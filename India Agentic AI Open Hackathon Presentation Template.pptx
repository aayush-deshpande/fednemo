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NVIDIA Sans"/>
      <p:regular r:id="rId18"/>
      <p:bold r:id="rId19"/>
      <p:italic r:id="rId20"/>
      <p:boldItalic r:id="rId21"/>
    </p:embeddedFont>
    <p:embeddedFont>
      <p:font typeface="NVIDIA Sans Medium"/>
      <p:regular r:id="rId22"/>
      <p:bold r:id="rId23"/>
      <p:italic r:id="rId24"/>
      <p:boldItalic r:id="rId25"/>
    </p:embeddedFont>
    <p:embeddedFont>
      <p:font typeface="Corbel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  <p:embeddedFont>
      <p:font typeface="NVIDIA Sans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ghv931YB61QTuEPt4dJZuYIlS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3FFA9B-246F-4C0F-8591-A0DC39B6F5D1}">
  <a:tblStyle styleId="{5D3FFA9B-246F-4C0F-8591-A0DC39B6F5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VIDIASans-italic.fntdata"/><Relationship Id="rId22" Type="http://schemas.openxmlformats.org/officeDocument/2006/relationships/font" Target="fonts/NVIDIASansMedium-regular.fntdata"/><Relationship Id="rId21" Type="http://schemas.openxmlformats.org/officeDocument/2006/relationships/font" Target="fonts/NVIDIASans-boldItalic.fntdata"/><Relationship Id="rId24" Type="http://schemas.openxmlformats.org/officeDocument/2006/relationships/font" Target="fonts/NVIDIASansMedium-italic.fntdata"/><Relationship Id="rId23" Type="http://schemas.openxmlformats.org/officeDocument/2006/relationships/font" Target="fonts/NVIDIASansMedium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orbel-regular.fntdata"/><Relationship Id="rId25" Type="http://schemas.openxmlformats.org/officeDocument/2006/relationships/font" Target="fonts/NVIDIASansMedium-boldItalic.fntdata"/><Relationship Id="rId28" Type="http://schemas.openxmlformats.org/officeDocument/2006/relationships/font" Target="fonts/Corbel-italic.fntdata"/><Relationship Id="rId27" Type="http://schemas.openxmlformats.org/officeDocument/2006/relationships/font" Target="fonts/Corbel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orbel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35" Type="http://schemas.openxmlformats.org/officeDocument/2006/relationships/font" Target="fonts/NVIDIASansLight-bold.fntdata"/><Relationship Id="rId12" Type="http://schemas.openxmlformats.org/officeDocument/2006/relationships/slide" Target="slides/slide6.xml"/><Relationship Id="rId34" Type="http://schemas.openxmlformats.org/officeDocument/2006/relationships/font" Target="fonts/NVIDIASansLight-regular.fntdata"/><Relationship Id="rId15" Type="http://schemas.openxmlformats.org/officeDocument/2006/relationships/slide" Target="slides/slide9.xml"/><Relationship Id="rId37" Type="http://schemas.openxmlformats.org/officeDocument/2006/relationships/font" Target="fonts/NVIDIASans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NVIDIASansLigh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font" Target="fonts/NVIDIASans-bold.fntdata"/><Relationship Id="rId18" Type="http://schemas.openxmlformats.org/officeDocument/2006/relationships/font" Target="fonts/NVIDI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23138d502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e23138d502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e23138d502_0_3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23138d502_0_8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e23138d502_0_8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e23138d502_0_846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23138d502_0_1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e23138d502_0_1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e23138d502_0_1314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23138d502_0_1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23138d502_0_1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e23138d502_0_1272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23138d502_0_13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e23138d502_0_13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e23138d502_0_1321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23138d502_0_12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e23138d502_0_12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 and highlight the methodology clearly.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</p:txBody>
      </p:sp>
      <p:sp>
        <p:nvSpPr>
          <p:cNvPr id="520" name="Google Shape;520;g3e23138d502_0_1283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23138d502_0_1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g3e23138d502_0_1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e23138d502_0_1328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e23138d502_0_12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e23138d502_0_12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e23138d502_0_1296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23138d502_0_13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e23138d502_0_13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e23138d502_0_1337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23138d502_0_1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23138d502_0_1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be as much descriptive as possible.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Teams are recommended to expand on this topic and use as many slides as you prefer.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e23138d502_0_1305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23138d502_0_1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e23138d502_0_1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e23138d502_0_1344:notes"/>
          <p:cNvSpPr txBox="1"/>
          <p:nvPr>
            <p:ph idx="12" type="sldNum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Relationship Id="rId3" Type="http://schemas.openxmlformats.org/officeDocument/2006/relationships/image" Target="../media/image1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Slide " showMasterSp="0">
  <p:cSld name="11_Title Slide 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279cdef50ac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279cdef50ac_0_45"/>
          <p:cNvSpPr txBox="1"/>
          <p:nvPr>
            <p:ph idx="1" type="subTitle"/>
          </p:nvPr>
        </p:nvSpPr>
        <p:spPr>
          <a:xfrm>
            <a:off x="481821" y="2611098"/>
            <a:ext cx="99696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775" lIns="101575" spcFirstLastPara="1" rIns="101575" wrap="square" tIns="50775">
            <a:noAutofit/>
          </a:bodyPr>
          <a:lstStyle>
            <a:lvl1pPr lv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Arial"/>
              <a:buNone/>
              <a:defRPr b="0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  <a:defRPr/>
            </a:lvl2pPr>
            <a:lvl3pPr lvl="2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/>
            </a:lvl9pPr>
          </a:lstStyle>
          <a:p/>
        </p:txBody>
      </p:sp>
      <p:sp>
        <p:nvSpPr>
          <p:cNvPr id="16" name="Google Shape;16;g279cdef50ac_0_45"/>
          <p:cNvSpPr txBox="1"/>
          <p:nvPr>
            <p:ph type="title"/>
          </p:nvPr>
        </p:nvSpPr>
        <p:spPr>
          <a:xfrm>
            <a:off x="481821" y="1019091"/>
            <a:ext cx="99696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775" lIns="101575" spcFirstLastPara="1" rIns="101575" wrap="square" tIns="507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17" name="Google Shape;17;g279cdef50ac_0_45"/>
          <p:cNvGrpSpPr/>
          <p:nvPr/>
        </p:nvGrpSpPr>
        <p:grpSpPr>
          <a:xfrm>
            <a:off x="-31192" y="0"/>
            <a:ext cx="207765" cy="6857939"/>
            <a:chOff x="311342" y="0"/>
            <a:chExt cx="401400" cy="6172207"/>
          </a:xfrm>
        </p:grpSpPr>
        <p:sp>
          <p:nvSpPr>
            <p:cNvPr id="18" name="Google Shape;18;g279cdef50ac_0_45"/>
            <p:cNvSpPr/>
            <p:nvPr/>
          </p:nvSpPr>
          <p:spPr>
            <a:xfrm>
              <a:off x="311342" y="4638907"/>
              <a:ext cx="401400" cy="1533300"/>
            </a:xfrm>
            <a:prstGeom prst="rect">
              <a:avLst/>
            </a:prstGeom>
            <a:solidFill>
              <a:srgbClr val="F1562D"/>
            </a:solidFill>
            <a:ln>
              <a:noFill/>
            </a:ln>
          </p:spPr>
          <p:txBody>
            <a:bodyPr anchorCtr="0" anchor="ctr" bIns="50775" lIns="101575" spcFirstLastPara="1" rIns="101575" wrap="square" tIns="50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79cdef50ac_0_45"/>
            <p:cNvSpPr/>
            <p:nvPr/>
          </p:nvSpPr>
          <p:spPr>
            <a:xfrm>
              <a:off x="311342" y="0"/>
              <a:ext cx="401400" cy="5346300"/>
            </a:xfrm>
            <a:prstGeom prst="rect">
              <a:avLst/>
            </a:prstGeom>
            <a:solidFill>
              <a:srgbClr val="298EC2"/>
            </a:solidFill>
            <a:ln>
              <a:noFill/>
            </a:ln>
          </p:spPr>
          <p:txBody>
            <a:bodyPr anchorCtr="0" anchor="ctr" bIns="50775" lIns="101575" spcFirstLastPara="1" rIns="101575" wrap="square" tIns="50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" name="Google Shape;20;g279cdef50ac_0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379" y="5885384"/>
            <a:ext cx="1926036" cy="7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79cdef50ac_0_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3" name="Google Shape;23;g279cdef50ac_0_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4" name="Google Shape;24;g279cdef50ac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79cdef50ac_0_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" name="Google Shape;27;g279cdef50ac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79cdef50ac_0_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" name="Google Shape;30;g279cdef50ac_0_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1" name="Google Shape;31;g279cdef50ac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9cdef50ac_0_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4" name="Google Shape;34;g279cdef50ac_0_1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279cdef50ac_0_1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g279cdef50ac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79cdef50ac_0_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" name="Google Shape;39;g279cdef50ac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79cdef50ac_0_2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2" name="Google Shape;42;g279cdef50ac_0_2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279cdef50ac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79cdef50ac_0_27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6" name="Google Shape;46;g279cdef50ac_0_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79cdef50ac_0_3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79cdef50ac_0_30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0" name="Google Shape;50;g279cdef50ac_0_30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g279cdef50ac_0_30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279cdef50ac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79cdef50ac_0_3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5" name="Google Shape;55;g279cdef50ac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9cdef50ac_0_39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8" name="Google Shape;58;g279cdef50ac_0_39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g279cdef50ac_0_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79cdef50ac_0_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63" name="Google Shape;63;g3e23138d502_0_4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s, logo, symbol, graphic design&#10;&#10;Description automatically generated" id="64" name="Google Shape;64;g3e23138d502_0_4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e23138d502_0_420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  <a:defRPr b="1" sz="29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6" name="Google Shape;66;g3e23138d502_0_420"/>
          <p:cNvSpPr txBox="1"/>
          <p:nvPr>
            <p:ph idx="1" type="subTitle"/>
          </p:nvPr>
        </p:nvSpPr>
        <p:spPr>
          <a:xfrm>
            <a:off x="504337" y="2647242"/>
            <a:ext cx="64275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None/>
              <a:defRPr b="0" i="0" sz="20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">
  <p:cSld name="Transi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green and white&#10;&#10;Description automatically generated" id="73" name="Google Shape;73;g3e23138d502_0_8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e23138d502_0_858"/>
          <p:cNvSpPr txBox="1"/>
          <p:nvPr>
            <p:ph idx="1" type="body"/>
          </p:nvPr>
        </p:nvSpPr>
        <p:spPr>
          <a:xfrm>
            <a:off x="491289" y="621745"/>
            <a:ext cx="6159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VIDIA Sans"/>
              <a:buNone/>
              <a:defRPr b="1" i="0" sz="30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NVIDIA Sans"/>
              <a:buNone/>
              <a:defRPr b="1" i="0" sz="27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75" name="Google Shape;75;g3e23138d502_0_858"/>
          <p:cNvSpPr/>
          <p:nvPr/>
        </p:nvSpPr>
        <p:spPr>
          <a:xfrm>
            <a:off x="0" y="0"/>
            <a:ext cx="189000" cy="249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t Testing Layout">
  <p:cSld name="Font Testing Layou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23138d502_0_862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78" name="Google Shape;78;g3e23138d502_0_862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79" name="Google Shape;79;g3e23138d502_0_862"/>
          <p:cNvSpPr txBox="1"/>
          <p:nvPr>
            <p:ph idx="2" type="body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80" name="Google Shape;80;g3e23138d502_0_862"/>
          <p:cNvSpPr/>
          <p:nvPr/>
        </p:nvSpPr>
        <p:spPr>
          <a:xfrm>
            <a:off x="5000307" y="3518841"/>
            <a:ext cx="3673500" cy="249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pic>
        <p:nvPicPr>
          <p:cNvPr id="81" name="Google Shape;81;g3e23138d502_0_8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9141" y="3518841"/>
            <a:ext cx="3674172" cy="262150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e23138d502_0_862"/>
          <p:cNvSpPr txBox="1"/>
          <p:nvPr>
            <p:ph idx="3" type="body"/>
          </p:nvPr>
        </p:nvSpPr>
        <p:spPr>
          <a:xfrm>
            <a:off x="5317265" y="3713813"/>
            <a:ext cx="30909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83" name="Google Shape;83;g3e23138d502_0_862"/>
          <p:cNvSpPr txBox="1"/>
          <p:nvPr>
            <p:ph idx="4" type="body"/>
          </p:nvPr>
        </p:nvSpPr>
        <p:spPr>
          <a:xfrm>
            <a:off x="5317265" y="4576671"/>
            <a:ext cx="30909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0" i="0" sz="3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VIDIA Sans"/>
              <a:buNone/>
              <a:defRPr b="1" i="0" sz="32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ullets">
  <p:cSld name="Title, Subtitle, Bulle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3138d502_0_87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86" name="Google Shape;86;g3e23138d502_0_87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87" name="Google Shape;87;g3e23138d502_0_870"/>
          <p:cNvSpPr txBox="1"/>
          <p:nvPr>
            <p:ph idx="2" type="body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NO SUBTITLE - Image Right">
  <p:cSld name="Text Left NO SUBTITLE - Image Righ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23138d502_0_874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0" name="Google Shape;90;g3e23138d502_0_874"/>
          <p:cNvSpPr txBox="1"/>
          <p:nvPr>
            <p:ph type="title"/>
          </p:nvPr>
        </p:nvSpPr>
        <p:spPr>
          <a:xfrm>
            <a:off x="865632" y="406259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91" name="Google Shape;91;g3e23138d502_0_874"/>
          <p:cNvSpPr txBox="1"/>
          <p:nvPr>
            <p:ph idx="1" type="body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92" name="Google Shape;92;g3e23138d502_0_874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93" name="Google Shape;93;g3e23138d502_0_874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94" name="Google Shape;94;g3e23138d502_0_87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5" name="Google Shape;95;g3e23138d502_0_874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g3e23138d502_0_874"/>
          <p:cNvSpPr/>
          <p:nvPr>
            <p:ph idx="2" type="pic"/>
          </p:nvPr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Right - Text Left">
  <p:cSld name="Image Right - Text Lef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3138d502_0_883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9" name="Google Shape;99;g3e23138d502_0_883"/>
          <p:cNvSpPr/>
          <p:nvPr>
            <p:ph idx="2" type="pic"/>
          </p:nvPr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e23138d502_0_883"/>
          <p:cNvSpPr txBox="1"/>
          <p:nvPr>
            <p:ph type="title"/>
          </p:nvPr>
        </p:nvSpPr>
        <p:spPr>
          <a:xfrm>
            <a:off x="865632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01" name="Google Shape;101;g3e23138d502_0_883"/>
          <p:cNvSpPr txBox="1"/>
          <p:nvPr>
            <p:ph idx="1" type="body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02" name="Google Shape;102;g3e23138d502_0_883"/>
          <p:cNvSpPr txBox="1"/>
          <p:nvPr>
            <p:ph idx="3" type="body"/>
          </p:nvPr>
        </p:nvSpPr>
        <p:spPr>
          <a:xfrm>
            <a:off x="865632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103" name="Google Shape;103;g3e23138d502_0_883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104" name="Google Shape;104;g3e23138d502_0_883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105" name="Google Shape;105;g3e23138d502_0_88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6" name="Google Shape;106;g3e23138d502_0_883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108" name="Google Shape;108;g3e23138d502_0_8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s, logo, symbol, graphic design&#10;&#10;Description automatically generated" id="109" name="Google Shape;109;g3e23138d502_0_8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e23138d502_0_893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  <a:defRPr b="1" sz="29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1" name="Google Shape;111;g3e23138d502_0_893"/>
          <p:cNvSpPr txBox="1"/>
          <p:nvPr>
            <p:ph idx="1" type="subTitle"/>
          </p:nvPr>
        </p:nvSpPr>
        <p:spPr>
          <a:xfrm>
            <a:off x="504337" y="2647242"/>
            <a:ext cx="64275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None/>
              <a:defRPr b="0" i="0" sz="20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IDENTIAL">
  <p:cSld name="CONFIDENTIAL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23138d502_0_898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4" name="Google Shape;114;g3e23138d502_0_898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15" name="Google Shape;115;g3e23138d502_0_898"/>
          <p:cNvSpPr txBox="1"/>
          <p:nvPr>
            <p:ph idx="2" type="body"/>
          </p:nvPr>
        </p:nvSpPr>
        <p:spPr>
          <a:xfrm>
            <a:off x="838200" y="1615440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16" name="Google Shape;116;g3e23138d502_0_89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wo Colum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3138d502_0_903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19" name="Google Shape;119;g3e23138d502_0_903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0" name="Google Shape;120;g3e23138d502_0_903"/>
          <p:cNvSpPr txBox="1"/>
          <p:nvPr>
            <p:ph idx="2" type="body"/>
          </p:nvPr>
        </p:nvSpPr>
        <p:spPr>
          <a:xfrm>
            <a:off x="838200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1" name="Google Shape;121;g3e23138d502_0_903"/>
          <p:cNvSpPr txBox="1"/>
          <p:nvPr>
            <p:ph idx="3" type="body"/>
          </p:nvPr>
        </p:nvSpPr>
        <p:spPr>
          <a:xfrm>
            <a:off x="6281928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IDENTIAL_Two Column">
  <p:cSld name="CONFIDENTIAL_Two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23138d502_0_908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24" name="Google Shape;124;g3e23138d502_0_908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5" name="Google Shape;125;g3e23138d502_0_908"/>
          <p:cNvSpPr txBox="1"/>
          <p:nvPr>
            <p:ph idx="2" type="body"/>
          </p:nvPr>
        </p:nvSpPr>
        <p:spPr>
          <a:xfrm>
            <a:off x="838200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6" name="Google Shape;126;g3e23138d502_0_908"/>
          <p:cNvSpPr txBox="1"/>
          <p:nvPr>
            <p:ph idx="3" type="body"/>
          </p:nvPr>
        </p:nvSpPr>
        <p:spPr>
          <a:xfrm>
            <a:off x="6281928" y="1615440"/>
            <a:ext cx="50718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27" name="Google Shape;127;g3e23138d502_0_90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ING_Title, Subtitle, Bullets">
  <p:cSld name="CODING_Title, Subtitle, Bullet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23138d502_0_914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0" name="Google Shape;130;g3e23138d502_0_914"/>
          <p:cNvSpPr txBox="1"/>
          <p:nvPr>
            <p:ph idx="1" type="body"/>
          </p:nvPr>
        </p:nvSpPr>
        <p:spPr>
          <a:xfrm>
            <a:off x="838200" y="1624584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31" name="Google Shape;131;g3e23138d502_0_914"/>
          <p:cNvSpPr txBox="1"/>
          <p:nvPr>
            <p:ph idx="2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IDENTIAL_Coding">
  <p:cSld name="CONFIDENTIAL_Coding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23138d502_0_918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34" name="Google Shape;134;g3e23138d502_0_918"/>
          <p:cNvSpPr txBox="1"/>
          <p:nvPr>
            <p:ph idx="1" type="body"/>
          </p:nvPr>
        </p:nvSpPr>
        <p:spPr>
          <a:xfrm>
            <a:off x="838200" y="1624584"/>
            <a:ext cx="105156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35" name="Google Shape;135;g3e23138d502_0_918"/>
          <p:cNvSpPr txBox="1"/>
          <p:nvPr>
            <p:ph idx="2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36" name="Google Shape;136;g3e23138d502_0_918"/>
          <p:cNvSpPr txBox="1"/>
          <p:nvPr/>
        </p:nvSpPr>
        <p:spPr>
          <a:xfrm>
            <a:off x="236162" y="6545262"/>
            <a:ext cx="216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rPr>
              <a:t>NVIDIA CONFIDENTIAL. DO NOT DISTRIBUTE.</a:t>
            </a:r>
            <a:endParaRPr sz="5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">
  <p:cSld name="1_Agenda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urved lines with a bright light behind them&#10;&#10;Description automatically generated" id="138" name="Google Shape;138;g3e23138d502_0_923"/>
          <p:cNvPicPr preferRelativeResize="0"/>
          <p:nvPr/>
        </p:nvPicPr>
        <p:blipFill rotWithShape="1">
          <a:blip r:embed="rId2">
            <a:alphaModFix/>
          </a:blip>
          <a:srcRect b="921" l="2406" r="51138" t="0"/>
          <a:stretch/>
        </p:blipFill>
        <p:spPr>
          <a:xfrm>
            <a:off x="0" y="0"/>
            <a:ext cx="571690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e23138d502_0_923"/>
          <p:cNvSpPr/>
          <p:nvPr/>
        </p:nvSpPr>
        <p:spPr>
          <a:xfrm>
            <a:off x="0" y="0"/>
            <a:ext cx="5716800" cy="6858000"/>
          </a:xfrm>
          <a:prstGeom prst="rect">
            <a:avLst/>
          </a:prstGeom>
          <a:solidFill>
            <a:schemeClr val="dk1">
              <a:alpha val="14900"/>
            </a:schemeClr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0" name="Google Shape;140;g3e23138d502_0_923"/>
          <p:cNvSpPr/>
          <p:nvPr/>
        </p:nvSpPr>
        <p:spPr>
          <a:xfrm>
            <a:off x="5734873" y="1798320"/>
            <a:ext cx="189000" cy="505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ONG Layout">
  <p:cSld name="Quote - LONG Layou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142" name="Google Shape;142;g3e23138d502_0_9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e23138d502_0_927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4" name="Google Shape;144;g3e23138d502_0_927"/>
          <p:cNvSpPr/>
          <p:nvPr/>
        </p:nvSpPr>
        <p:spPr>
          <a:xfrm flipH="1" rot="10800000">
            <a:off x="0" y="5089950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5" name="Google Shape;145;g3e23138d502_0_927"/>
          <p:cNvSpPr/>
          <p:nvPr/>
        </p:nvSpPr>
        <p:spPr>
          <a:xfrm>
            <a:off x="0" y="356077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46" name="Google Shape;146;g3e23138d502_0_927"/>
          <p:cNvSpPr txBox="1"/>
          <p:nvPr>
            <p:ph idx="1" type="body"/>
          </p:nvPr>
        </p:nvSpPr>
        <p:spPr>
          <a:xfrm>
            <a:off x="2052918" y="4478187"/>
            <a:ext cx="8086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None/>
              <a:defRPr b="0" i="1" sz="1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47" name="Google Shape;147;g3e23138d502_0_927"/>
          <p:cNvSpPr txBox="1"/>
          <p:nvPr>
            <p:ph idx="2" type="body"/>
          </p:nvPr>
        </p:nvSpPr>
        <p:spPr>
          <a:xfrm>
            <a:off x="2052918" y="1902069"/>
            <a:ext cx="8086200" cy="24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b="0" i="0" sz="40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48" name="Google Shape;148;g3e23138d502_0_927"/>
          <p:cNvSpPr txBox="1"/>
          <p:nvPr/>
        </p:nvSpPr>
        <p:spPr>
          <a:xfrm rot="10800000">
            <a:off x="5860717" y="4086797"/>
            <a:ext cx="489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2"/>
                </a:solidFill>
                <a:latin typeface="NVIDIA Sans Light"/>
                <a:ea typeface="NVIDIA Sans Light"/>
                <a:cs typeface="NVIDIA Sans Light"/>
                <a:sym typeface="NVIDIA Sans Light"/>
              </a:rPr>
              <a:t>“</a:t>
            </a:r>
            <a:endParaRPr sz="500"/>
          </a:p>
        </p:txBody>
      </p:sp>
      <p:cxnSp>
        <p:nvCxnSpPr>
          <p:cNvPr id="149" name="Google Shape;149;g3e23138d502_0_927"/>
          <p:cNvCxnSpPr/>
          <p:nvPr/>
        </p:nvCxnSpPr>
        <p:spPr>
          <a:xfrm>
            <a:off x="2052918" y="5174503"/>
            <a:ext cx="3798300" cy="0"/>
          </a:xfrm>
          <a:prstGeom prst="straightConnector1">
            <a:avLst/>
          </a:prstGeom>
          <a:noFill/>
          <a:ln cap="flat" cmpd="sng" w="10575">
            <a:solidFill>
              <a:srgbClr val="588A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g3e23138d502_0_927"/>
          <p:cNvCxnSpPr/>
          <p:nvPr/>
        </p:nvCxnSpPr>
        <p:spPr>
          <a:xfrm>
            <a:off x="6340779" y="5174503"/>
            <a:ext cx="3798300" cy="0"/>
          </a:xfrm>
          <a:prstGeom prst="straightConnector1">
            <a:avLst/>
          </a:prstGeom>
          <a:noFill/>
          <a:ln cap="flat" cmpd="sng" w="10575">
            <a:solidFill>
              <a:srgbClr val="588A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1" name="Google Shape;151;g3e23138d502_0_927"/>
          <p:cNvGrpSpPr/>
          <p:nvPr/>
        </p:nvGrpSpPr>
        <p:grpSpPr>
          <a:xfrm>
            <a:off x="2052712" y="1265395"/>
            <a:ext cx="8085352" cy="1508449"/>
            <a:chOff x="6158753" y="6234204"/>
            <a:chExt cx="24258483" cy="4525800"/>
          </a:xfrm>
        </p:grpSpPr>
        <p:sp>
          <p:nvSpPr>
            <p:cNvPr id="152" name="Google Shape;152;g3e23138d502_0_927"/>
            <p:cNvSpPr txBox="1"/>
            <p:nvPr/>
          </p:nvSpPr>
          <p:spPr>
            <a:xfrm>
              <a:off x="17553664" y="6234204"/>
              <a:ext cx="1468800" cy="452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25" lIns="30475" spcFirstLastPara="1" rIns="30475" wrap="square" tIns="152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600">
                  <a:solidFill>
                    <a:schemeClr val="dk2"/>
                  </a:solidFill>
                  <a:latin typeface="NVIDIA Sans Light"/>
                  <a:ea typeface="NVIDIA Sans Light"/>
                  <a:cs typeface="NVIDIA Sans Light"/>
                  <a:sym typeface="NVIDIA Sans Light"/>
                </a:rPr>
                <a:t>“</a:t>
              </a:r>
              <a:endParaRPr sz="500"/>
            </a:p>
          </p:txBody>
        </p:sp>
        <p:cxnSp>
          <p:nvCxnSpPr>
            <p:cNvPr id="153" name="Google Shape;153;g3e23138d502_0_927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rgbClr val="588A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g3e23138d502_0_927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rgbClr val="588A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SHORT Layout">
  <p:cSld name="Quote - SHORT Layou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156" name="Google Shape;156;g3e23138d502_0_9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e23138d502_0_941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58" name="Google Shape;158;g3e23138d502_0_941"/>
          <p:cNvSpPr/>
          <p:nvPr/>
        </p:nvSpPr>
        <p:spPr>
          <a:xfrm flipH="1" rot="10800000">
            <a:off x="0" y="5089950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59" name="Google Shape;159;g3e23138d502_0_941"/>
          <p:cNvSpPr/>
          <p:nvPr/>
        </p:nvSpPr>
        <p:spPr>
          <a:xfrm>
            <a:off x="0" y="356077"/>
            <a:ext cx="12192000" cy="14061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60" name="Google Shape;160;g3e23138d502_0_941"/>
          <p:cNvSpPr/>
          <p:nvPr/>
        </p:nvSpPr>
        <p:spPr>
          <a:xfrm>
            <a:off x="0" y="1381256"/>
            <a:ext cx="12192000" cy="717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61" name="Google Shape;161;g3e23138d502_0_941"/>
          <p:cNvSpPr txBox="1"/>
          <p:nvPr>
            <p:ph idx="1" type="body"/>
          </p:nvPr>
        </p:nvSpPr>
        <p:spPr>
          <a:xfrm>
            <a:off x="2052918" y="3959443"/>
            <a:ext cx="80862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None/>
              <a:defRPr b="0" i="1" sz="1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62" name="Google Shape;162;g3e23138d502_0_941"/>
          <p:cNvSpPr txBox="1"/>
          <p:nvPr>
            <p:ph idx="2" type="body"/>
          </p:nvPr>
        </p:nvSpPr>
        <p:spPr>
          <a:xfrm>
            <a:off x="2052918" y="2351184"/>
            <a:ext cx="80862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NVIDIA Sans"/>
              <a:buNone/>
              <a:defRPr b="0" i="0" sz="40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163" name="Google Shape;163;g3e23138d502_0_941"/>
          <p:cNvGrpSpPr/>
          <p:nvPr/>
        </p:nvGrpSpPr>
        <p:grpSpPr>
          <a:xfrm>
            <a:off x="2052712" y="1755479"/>
            <a:ext cx="8085352" cy="3367281"/>
            <a:chOff x="6158753" y="6264684"/>
            <a:chExt cx="24258483" cy="10102852"/>
          </a:xfrm>
        </p:grpSpPr>
        <p:grpSp>
          <p:nvGrpSpPr>
            <p:cNvPr id="164" name="Google Shape;164;g3e23138d502_0_941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165" name="Google Shape;165;g3e23138d502_0_941"/>
              <p:cNvSpPr txBox="1"/>
              <p:nvPr/>
            </p:nvSpPr>
            <p:spPr>
              <a:xfrm>
                <a:off x="17553664" y="5634063"/>
                <a:ext cx="1468800" cy="45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5225" lIns="30475" spcFirstLastPara="1" rIns="30475" wrap="square" tIns="152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6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 sz="500"/>
              </a:p>
            </p:txBody>
          </p:sp>
          <p:sp>
            <p:nvSpPr>
              <p:cNvPr id="166" name="Google Shape;166;g3e23138d502_0_941"/>
              <p:cNvSpPr txBox="1"/>
              <p:nvPr/>
            </p:nvSpPr>
            <p:spPr>
              <a:xfrm rot="10800000">
                <a:off x="17582150" y="11211115"/>
                <a:ext cx="1468800" cy="452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5225" lIns="30475" spcFirstLastPara="1" rIns="30475" wrap="square" tIns="152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600">
                    <a:solidFill>
                      <a:schemeClr val="dk2"/>
                    </a:solidFill>
                    <a:latin typeface="NVIDIA Sans Light"/>
                    <a:ea typeface="NVIDIA Sans Light"/>
                    <a:cs typeface="NVIDIA Sans Light"/>
                    <a:sym typeface="NVIDIA Sans Light"/>
                  </a:rPr>
                  <a:t>“</a:t>
                </a:r>
                <a:endParaRPr sz="500"/>
              </a:p>
            </p:txBody>
          </p:sp>
        </p:grpSp>
        <p:cxnSp>
          <p:nvCxnSpPr>
            <p:cNvPr id="167" name="Google Shape;167;g3e23138d502_0_941"/>
            <p:cNvCxnSpPr/>
            <p:nvPr/>
          </p:nvCxnSpPr>
          <p:spPr>
            <a:xfrm>
              <a:off x="6158753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g3e23138d502_0_941"/>
            <p:cNvCxnSpPr/>
            <p:nvPr/>
          </p:nvCxnSpPr>
          <p:spPr>
            <a:xfrm>
              <a:off x="19022336" y="7454586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g3e23138d502_0_941"/>
            <p:cNvCxnSpPr/>
            <p:nvPr/>
          </p:nvCxnSpPr>
          <p:spPr>
            <a:xfrm>
              <a:off x="6158753" y="15144241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g3e23138d502_0_941"/>
            <p:cNvCxnSpPr/>
            <p:nvPr/>
          </p:nvCxnSpPr>
          <p:spPr>
            <a:xfrm>
              <a:off x="19022336" y="15144241"/>
              <a:ext cx="11394900" cy="0"/>
            </a:xfrm>
            <a:prstGeom prst="straightConnector1">
              <a:avLst/>
            </a:prstGeom>
            <a:noFill/>
            <a:ln cap="flat" cmpd="sng" w="10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Image Layout">
  <p:cSld name="Single Image Layou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3138d502_0_95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73" name="Google Shape;173;g3e23138d502_0_957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74" name="Google Shape;174;g3e23138d502_0_957"/>
          <p:cNvSpPr/>
          <p:nvPr>
            <p:ph idx="2" type="pic"/>
          </p:nvPr>
        </p:nvSpPr>
        <p:spPr>
          <a:xfrm>
            <a:off x="2020883" y="1616604"/>
            <a:ext cx="81501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e23138d502_0_957"/>
          <p:cNvSpPr txBox="1"/>
          <p:nvPr>
            <p:ph idx="3" type="body"/>
          </p:nvPr>
        </p:nvSpPr>
        <p:spPr>
          <a:xfrm>
            <a:off x="2020883" y="5687987"/>
            <a:ext cx="8150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76" name="Google Shape;176;g3e23138d502_0_957"/>
          <p:cNvSpPr txBox="1"/>
          <p:nvPr>
            <p:ph idx="4" type="body"/>
          </p:nvPr>
        </p:nvSpPr>
        <p:spPr>
          <a:xfrm>
            <a:off x="2020883" y="5917189"/>
            <a:ext cx="8150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Text">
  <p:cSld name="Image w/ 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23138d502_0_963"/>
          <p:cNvSpPr txBox="1"/>
          <p:nvPr>
            <p:ph idx="1" type="body"/>
          </p:nvPr>
        </p:nvSpPr>
        <p:spPr>
          <a:xfrm>
            <a:off x="6451600" y="2306656"/>
            <a:ext cx="51945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79" name="Google Shape;179;g3e23138d502_0_963"/>
          <p:cNvSpPr/>
          <p:nvPr>
            <p:ph idx="2" type="pic"/>
          </p:nvPr>
        </p:nvSpPr>
        <p:spPr>
          <a:xfrm>
            <a:off x="545868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23138d502_0_963"/>
          <p:cNvSpPr txBox="1"/>
          <p:nvPr>
            <p:ph idx="3" type="body"/>
          </p:nvPr>
        </p:nvSpPr>
        <p:spPr>
          <a:xfrm>
            <a:off x="545868" y="5687987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81" name="Google Shape;181;g3e23138d502_0_963"/>
          <p:cNvSpPr txBox="1"/>
          <p:nvPr>
            <p:ph idx="4" type="body"/>
          </p:nvPr>
        </p:nvSpPr>
        <p:spPr>
          <a:xfrm>
            <a:off x="545868" y="5917189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82" name="Google Shape;182;g3e23138d502_0_963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83" name="Google Shape;183;g3e23138d502_0_963"/>
          <p:cNvSpPr txBox="1"/>
          <p:nvPr>
            <p:ph idx="5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up Image">
  <p:cSld name="2-up Imag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23138d502_0_97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86" name="Google Shape;186;g3e23138d502_0_97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87" name="Google Shape;187;g3e23138d502_0_970"/>
          <p:cNvSpPr/>
          <p:nvPr>
            <p:ph idx="2" type="pic"/>
          </p:nvPr>
        </p:nvSpPr>
        <p:spPr>
          <a:xfrm>
            <a:off x="545868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e23138d502_0_970"/>
          <p:cNvSpPr/>
          <p:nvPr>
            <p:ph idx="3" type="pic"/>
          </p:nvPr>
        </p:nvSpPr>
        <p:spPr>
          <a:xfrm>
            <a:off x="6197600" y="1616604"/>
            <a:ext cx="54486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e23138d502_0_970"/>
          <p:cNvSpPr txBox="1"/>
          <p:nvPr>
            <p:ph idx="4" type="body"/>
          </p:nvPr>
        </p:nvSpPr>
        <p:spPr>
          <a:xfrm>
            <a:off x="545868" y="5687987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0" name="Google Shape;190;g3e23138d502_0_970"/>
          <p:cNvSpPr txBox="1"/>
          <p:nvPr>
            <p:ph idx="5" type="body"/>
          </p:nvPr>
        </p:nvSpPr>
        <p:spPr>
          <a:xfrm>
            <a:off x="545868" y="5917189"/>
            <a:ext cx="54486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1" name="Google Shape;191;g3e23138d502_0_970"/>
          <p:cNvSpPr txBox="1"/>
          <p:nvPr>
            <p:ph idx="6" type="body"/>
          </p:nvPr>
        </p:nvSpPr>
        <p:spPr>
          <a:xfrm>
            <a:off x="6197602" y="5687987"/>
            <a:ext cx="5448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2" name="Google Shape;192;g3e23138d502_0_970"/>
          <p:cNvSpPr txBox="1"/>
          <p:nvPr>
            <p:ph idx="7" type="body"/>
          </p:nvPr>
        </p:nvSpPr>
        <p:spPr>
          <a:xfrm>
            <a:off x="6197602" y="5917189"/>
            <a:ext cx="5448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up Image Layout with Bullets">
  <p:cSld name="2-up Image Layout with Bullet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23138d502_0_979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195" name="Google Shape;195;g3e23138d502_0_979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6" name="Google Shape;196;g3e23138d502_0_979"/>
          <p:cNvSpPr/>
          <p:nvPr>
            <p:ph idx="2" type="pic"/>
          </p:nvPr>
        </p:nvSpPr>
        <p:spPr>
          <a:xfrm>
            <a:off x="545868" y="1616604"/>
            <a:ext cx="29442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e23138d502_0_979"/>
          <p:cNvSpPr txBox="1"/>
          <p:nvPr>
            <p:ph idx="3" type="body"/>
          </p:nvPr>
        </p:nvSpPr>
        <p:spPr>
          <a:xfrm>
            <a:off x="3686117" y="2306656"/>
            <a:ext cx="23082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198" name="Google Shape;198;g3e23138d502_0_979"/>
          <p:cNvSpPr/>
          <p:nvPr>
            <p:ph idx="4" type="pic"/>
          </p:nvPr>
        </p:nvSpPr>
        <p:spPr>
          <a:xfrm>
            <a:off x="6197602" y="1616604"/>
            <a:ext cx="29442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e23138d502_0_979"/>
          <p:cNvSpPr txBox="1"/>
          <p:nvPr>
            <p:ph idx="5" type="body"/>
          </p:nvPr>
        </p:nvSpPr>
        <p:spPr>
          <a:xfrm>
            <a:off x="9337850" y="2306656"/>
            <a:ext cx="23082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0" name="Google Shape;200;g3e23138d502_0_979"/>
          <p:cNvSpPr txBox="1"/>
          <p:nvPr>
            <p:ph idx="6" type="body"/>
          </p:nvPr>
        </p:nvSpPr>
        <p:spPr>
          <a:xfrm>
            <a:off x="545868" y="5687987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1" name="Google Shape;201;g3e23138d502_0_979"/>
          <p:cNvSpPr txBox="1"/>
          <p:nvPr>
            <p:ph idx="7" type="body"/>
          </p:nvPr>
        </p:nvSpPr>
        <p:spPr>
          <a:xfrm>
            <a:off x="545868" y="5917189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2" name="Google Shape;202;g3e23138d502_0_979"/>
          <p:cNvSpPr txBox="1"/>
          <p:nvPr>
            <p:ph idx="8" type="body"/>
          </p:nvPr>
        </p:nvSpPr>
        <p:spPr>
          <a:xfrm>
            <a:off x="6197602" y="5687987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3" name="Google Shape;203;g3e23138d502_0_979"/>
          <p:cNvSpPr txBox="1"/>
          <p:nvPr>
            <p:ph idx="9" type="body"/>
          </p:nvPr>
        </p:nvSpPr>
        <p:spPr>
          <a:xfrm>
            <a:off x="6197602" y="5917189"/>
            <a:ext cx="29442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up Image">
  <p:cSld name="3-up Image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23138d502_0_99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06" name="Google Shape;206;g3e23138d502_0_99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07" name="Google Shape;207;g3e23138d502_0_990"/>
          <p:cNvSpPr/>
          <p:nvPr>
            <p:ph idx="2" type="pic"/>
          </p:nvPr>
        </p:nvSpPr>
        <p:spPr>
          <a:xfrm>
            <a:off x="8049491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e23138d502_0_990"/>
          <p:cNvSpPr/>
          <p:nvPr>
            <p:ph idx="3" type="pic"/>
          </p:nvPr>
        </p:nvSpPr>
        <p:spPr>
          <a:xfrm>
            <a:off x="4297679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e23138d502_0_990"/>
          <p:cNvSpPr/>
          <p:nvPr>
            <p:ph idx="4" type="pic"/>
          </p:nvPr>
        </p:nvSpPr>
        <p:spPr>
          <a:xfrm>
            <a:off x="545868" y="1616604"/>
            <a:ext cx="35967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e23138d502_0_990"/>
          <p:cNvSpPr txBox="1"/>
          <p:nvPr>
            <p:ph idx="5" type="body"/>
          </p:nvPr>
        </p:nvSpPr>
        <p:spPr>
          <a:xfrm>
            <a:off x="551037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1" name="Google Shape;211;g3e23138d502_0_990"/>
          <p:cNvSpPr txBox="1"/>
          <p:nvPr>
            <p:ph idx="6" type="body"/>
          </p:nvPr>
        </p:nvSpPr>
        <p:spPr>
          <a:xfrm>
            <a:off x="551037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2" name="Google Shape;212;g3e23138d502_0_990"/>
          <p:cNvSpPr txBox="1"/>
          <p:nvPr>
            <p:ph idx="7" type="body"/>
          </p:nvPr>
        </p:nvSpPr>
        <p:spPr>
          <a:xfrm>
            <a:off x="4297680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3" name="Google Shape;213;g3e23138d502_0_990"/>
          <p:cNvSpPr txBox="1"/>
          <p:nvPr>
            <p:ph idx="8" type="body"/>
          </p:nvPr>
        </p:nvSpPr>
        <p:spPr>
          <a:xfrm>
            <a:off x="4297680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4" name="Google Shape;214;g3e23138d502_0_990"/>
          <p:cNvSpPr txBox="1"/>
          <p:nvPr>
            <p:ph idx="9" type="body"/>
          </p:nvPr>
        </p:nvSpPr>
        <p:spPr>
          <a:xfrm>
            <a:off x="8044323" y="5687987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5" name="Google Shape;215;g3e23138d502_0_990"/>
          <p:cNvSpPr txBox="1"/>
          <p:nvPr>
            <p:ph idx="13" type="body"/>
          </p:nvPr>
        </p:nvSpPr>
        <p:spPr>
          <a:xfrm>
            <a:off x="8044323" y="5917189"/>
            <a:ext cx="3596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up Image">
  <p:cSld name="4-up Image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23138d502_0_1002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18" name="Google Shape;218;g3e23138d502_0_1002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19" name="Google Shape;219;g3e23138d502_0_1002"/>
          <p:cNvSpPr/>
          <p:nvPr>
            <p:ph idx="2" type="pic"/>
          </p:nvPr>
        </p:nvSpPr>
        <p:spPr>
          <a:xfrm>
            <a:off x="6173586" y="1616604"/>
            <a:ext cx="26610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e23138d502_0_1002"/>
          <p:cNvSpPr/>
          <p:nvPr>
            <p:ph idx="3" type="pic"/>
          </p:nvPr>
        </p:nvSpPr>
        <p:spPr>
          <a:xfrm>
            <a:off x="3357418" y="1616604"/>
            <a:ext cx="26610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e23138d502_0_1002"/>
          <p:cNvSpPr/>
          <p:nvPr>
            <p:ph idx="4" type="pic"/>
          </p:nvPr>
        </p:nvSpPr>
        <p:spPr>
          <a:xfrm>
            <a:off x="545869" y="1616604"/>
            <a:ext cx="26565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e23138d502_0_1002"/>
          <p:cNvSpPr/>
          <p:nvPr>
            <p:ph idx="5" type="pic"/>
          </p:nvPr>
        </p:nvSpPr>
        <p:spPr>
          <a:xfrm>
            <a:off x="8989753" y="1616604"/>
            <a:ext cx="2656500" cy="40065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e23138d502_0_1002"/>
          <p:cNvSpPr txBox="1"/>
          <p:nvPr>
            <p:ph idx="6" type="body"/>
          </p:nvPr>
        </p:nvSpPr>
        <p:spPr>
          <a:xfrm>
            <a:off x="3362444" y="5687987"/>
            <a:ext cx="2655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4" name="Google Shape;224;g3e23138d502_0_1002"/>
          <p:cNvSpPr txBox="1"/>
          <p:nvPr>
            <p:ph idx="7" type="body"/>
          </p:nvPr>
        </p:nvSpPr>
        <p:spPr>
          <a:xfrm>
            <a:off x="543509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5" name="Google Shape;225;g3e23138d502_0_1002"/>
          <p:cNvSpPr txBox="1"/>
          <p:nvPr>
            <p:ph idx="8" type="body"/>
          </p:nvPr>
        </p:nvSpPr>
        <p:spPr>
          <a:xfrm>
            <a:off x="3362444" y="5917189"/>
            <a:ext cx="2655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6" name="Google Shape;226;g3e23138d502_0_1002"/>
          <p:cNvSpPr txBox="1"/>
          <p:nvPr>
            <p:ph idx="9" type="body"/>
          </p:nvPr>
        </p:nvSpPr>
        <p:spPr>
          <a:xfrm>
            <a:off x="543509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7" name="Google Shape;227;g3e23138d502_0_1002"/>
          <p:cNvSpPr txBox="1"/>
          <p:nvPr>
            <p:ph idx="13" type="body"/>
          </p:nvPr>
        </p:nvSpPr>
        <p:spPr>
          <a:xfrm>
            <a:off x="6175843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8" name="Google Shape;228;g3e23138d502_0_1002"/>
          <p:cNvSpPr txBox="1"/>
          <p:nvPr>
            <p:ph idx="14" type="body"/>
          </p:nvPr>
        </p:nvSpPr>
        <p:spPr>
          <a:xfrm>
            <a:off x="6175843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29" name="Google Shape;229;g3e23138d502_0_1002"/>
          <p:cNvSpPr txBox="1"/>
          <p:nvPr>
            <p:ph idx="15" type="body"/>
          </p:nvPr>
        </p:nvSpPr>
        <p:spPr>
          <a:xfrm>
            <a:off x="8992012" y="5687987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0" name="Google Shape;230;g3e23138d502_0_1002"/>
          <p:cNvSpPr txBox="1"/>
          <p:nvPr>
            <p:ph idx="16" type="body"/>
          </p:nvPr>
        </p:nvSpPr>
        <p:spPr>
          <a:xfrm>
            <a:off x="8992012" y="5917189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-up Image">
  <p:cSld name="5-up Image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23138d502_0_1017"/>
          <p:cNvSpPr/>
          <p:nvPr>
            <p:ph idx="2" type="pic"/>
          </p:nvPr>
        </p:nvSpPr>
        <p:spPr>
          <a:xfrm>
            <a:off x="429713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e23138d502_0_1017"/>
          <p:cNvSpPr/>
          <p:nvPr>
            <p:ph idx="3" type="pic"/>
          </p:nvPr>
        </p:nvSpPr>
        <p:spPr>
          <a:xfrm>
            <a:off x="548528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e23138d502_0_1017"/>
          <p:cNvSpPr/>
          <p:nvPr>
            <p:ph idx="4" type="pic"/>
          </p:nvPr>
        </p:nvSpPr>
        <p:spPr>
          <a:xfrm>
            <a:off x="804949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e23138d502_0_1017"/>
          <p:cNvSpPr txBox="1"/>
          <p:nvPr>
            <p:ph idx="1" type="body"/>
          </p:nvPr>
        </p:nvSpPr>
        <p:spPr>
          <a:xfrm>
            <a:off x="552281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6" name="Google Shape;236;g3e23138d502_0_1017"/>
          <p:cNvSpPr txBox="1"/>
          <p:nvPr>
            <p:ph idx="5" type="body"/>
          </p:nvPr>
        </p:nvSpPr>
        <p:spPr>
          <a:xfrm>
            <a:off x="552281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7" name="Google Shape;237;g3e23138d502_0_1017"/>
          <p:cNvSpPr txBox="1"/>
          <p:nvPr>
            <p:ph idx="6" type="body"/>
          </p:nvPr>
        </p:nvSpPr>
        <p:spPr>
          <a:xfrm>
            <a:off x="4298116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8" name="Google Shape;238;g3e23138d502_0_1017"/>
          <p:cNvSpPr txBox="1"/>
          <p:nvPr>
            <p:ph idx="7" type="body"/>
          </p:nvPr>
        </p:nvSpPr>
        <p:spPr>
          <a:xfrm>
            <a:off x="4298116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39" name="Google Shape;239;g3e23138d502_0_1017"/>
          <p:cNvSpPr txBox="1"/>
          <p:nvPr>
            <p:ph idx="8" type="body"/>
          </p:nvPr>
        </p:nvSpPr>
        <p:spPr>
          <a:xfrm>
            <a:off x="8050438" y="3327295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0" name="Google Shape;240;g3e23138d502_0_1017"/>
          <p:cNvSpPr txBox="1"/>
          <p:nvPr>
            <p:ph idx="9" type="body"/>
          </p:nvPr>
        </p:nvSpPr>
        <p:spPr>
          <a:xfrm>
            <a:off x="8050438" y="3556498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1" name="Google Shape;241;g3e23138d502_0_1017"/>
          <p:cNvSpPr/>
          <p:nvPr>
            <p:ph idx="13" type="pic"/>
          </p:nvPr>
        </p:nvSpPr>
        <p:spPr>
          <a:xfrm>
            <a:off x="6173586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e23138d502_0_1017"/>
          <p:cNvSpPr/>
          <p:nvPr>
            <p:ph idx="14" type="pic"/>
          </p:nvPr>
        </p:nvSpPr>
        <p:spPr>
          <a:xfrm>
            <a:off x="2421773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e23138d502_0_1017"/>
          <p:cNvSpPr txBox="1"/>
          <p:nvPr>
            <p:ph idx="15" type="body"/>
          </p:nvPr>
        </p:nvSpPr>
        <p:spPr>
          <a:xfrm>
            <a:off x="2425529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4" name="Google Shape;244;g3e23138d502_0_1017"/>
          <p:cNvSpPr txBox="1"/>
          <p:nvPr>
            <p:ph idx="16" type="body"/>
          </p:nvPr>
        </p:nvSpPr>
        <p:spPr>
          <a:xfrm>
            <a:off x="2425529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5" name="Google Shape;245;g3e23138d502_0_1017"/>
          <p:cNvSpPr txBox="1"/>
          <p:nvPr>
            <p:ph idx="17" type="body"/>
          </p:nvPr>
        </p:nvSpPr>
        <p:spPr>
          <a:xfrm>
            <a:off x="6177851" y="5687987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6" name="Google Shape;246;g3e23138d502_0_1017"/>
          <p:cNvSpPr txBox="1"/>
          <p:nvPr>
            <p:ph idx="18" type="body"/>
          </p:nvPr>
        </p:nvSpPr>
        <p:spPr>
          <a:xfrm>
            <a:off x="6177851" y="5917189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47" name="Google Shape;247;g3e23138d502_0_101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48" name="Google Shape;248;g3e23138d502_0_1017"/>
          <p:cNvSpPr txBox="1"/>
          <p:nvPr>
            <p:ph idx="19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-up Image">
  <p:cSld name="6-up Image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23138d502_0_1035"/>
          <p:cNvSpPr/>
          <p:nvPr>
            <p:ph idx="2" type="pic"/>
          </p:nvPr>
        </p:nvSpPr>
        <p:spPr>
          <a:xfrm>
            <a:off x="429713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e23138d502_0_1035"/>
          <p:cNvSpPr/>
          <p:nvPr>
            <p:ph idx="3" type="pic"/>
          </p:nvPr>
        </p:nvSpPr>
        <p:spPr>
          <a:xfrm>
            <a:off x="548528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e23138d502_0_1035"/>
          <p:cNvSpPr/>
          <p:nvPr>
            <p:ph idx="4" type="pic"/>
          </p:nvPr>
        </p:nvSpPr>
        <p:spPr>
          <a:xfrm>
            <a:off x="8049491" y="1616605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e23138d502_0_1035"/>
          <p:cNvSpPr txBox="1"/>
          <p:nvPr>
            <p:ph idx="1" type="body"/>
          </p:nvPr>
        </p:nvSpPr>
        <p:spPr>
          <a:xfrm>
            <a:off x="552281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4" name="Google Shape;254;g3e23138d502_0_1035"/>
          <p:cNvSpPr txBox="1"/>
          <p:nvPr>
            <p:ph idx="5" type="body"/>
          </p:nvPr>
        </p:nvSpPr>
        <p:spPr>
          <a:xfrm>
            <a:off x="552281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5" name="Google Shape;255;g3e23138d502_0_1035"/>
          <p:cNvSpPr txBox="1"/>
          <p:nvPr>
            <p:ph idx="6" type="body"/>
          </p:nvPr>
        </p:nvSpPr>
        <p:spPr>
          <a:xfrm>
            <a:off x="4298116" y="3327295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6" name="Google Shape;256;g3e23138d502_0_1035"/>
          <p:cNvSpPr txBox="1"/>
          <p:nvPr>
            <p:ph idx="7" type="body"/>
          </p:nvPr>
        </p:nvSpPr>
        <p:spPr>
          <a:xfrm>
            <a:off x="4298116" y="3556498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7" name="Google Shape;257;g3e23138d502_0_1035"/>
          <p:cNvSpPr txBox="1"/>
          <p:nvPr>
            <p:ph idx="8" type="body"/>
          </p:nvPr>
        </p:nvSpPr>
        <p:spPr>
          <a:xfrm>
            <a:off x="8050438" y="3327295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8" name="Google Shape;258;g3e23138d502_0_1035"/>
          <p:cNvSpPr txBox="1"/>
          <p:nvPr>
            <p:ph idx="9" type="body"/>
          </p:nvPr>
        </p:nvSpPr>
        <p:spPr>
          <a:xfrm>
            <a:off x="8050438" y="3556498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59" name="Google Shape;259;g3e23138d502_0_1035"/>
          <p:cNvSpPr/>
          <p:nvPr>
            <p:ph idx="13" type="pic"/>
          </p:nvPr>
        </p:nvSpPr>
        <p:spPr>
          <a:xfrm>
            <a:off x="4300885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e23138d502_0_1035"/>
          <p:cNvSpPr/>
          <p:nvPr>
            <p:ph idx="14" type="pic"/>
          </p:nvPr>
        </p:nvSpPr>
        <p:spPr>
          <a:xfrm>
            <a:off x="552281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23138d502_0_1035"/>
          <p:cNvSpPr/>
          <p:nvPr>
            <p:ph idx="15" type="pic"/>
          </p:nvPr>
        </p:nvSpPr>
        <p:spPr>
          <a:xfrm>
            <a:off x="8053245" y="3977296"/>
            <a:ext cx="3596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e23138d502_0_1035"/>
          <p:cNvSpPr txBox="1"/>
          <p:nvPr>
            <p:ph idx="16" type="body"/>
          </p:nvPr>
        </p:nvSpPr>
        <p:spPr>
          <a:xfrm>
            <a:off x="556035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3" name="Google Shape;263;g3e23138d502_0_1035"/>
          <p:cNvSpPr txBox="1"/>
          <p:nvPr>
            <p:ph idx="17" type="body"/>
          </p:nvPr>
        </p:nvSpPr>
        <p:spPr>
          <a:xfrm>
            <a:off x="556035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4" name="Google Shape;264;g3e23138d502_0_1035"/>
          <p:cNvSpPr txBox="1"/>
          <p:nvPr>
            <p:ph idx="18" type="body"/>
          </p:nvPr>
        </p:nvSpPr>
        <p:spPr>
          <a:xfrm>
            <a:off x="4301870" y="5687987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5" name="Google Shape;265;g3e23138d502_0_1035"/>
          <p:cNvSpPr txBox="1"/>
          <p:nvPr>
            <p:ph idx="19" type="body"/>
          </p:nvPr>
        </p:nvSpPr>
        <p:spPr>
          <a:xfrm>
            <a:off x="4301870" y="5917189"/>
            <a:ext cx="3592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6" name="Google Shape;266;g3e23138d502_0_1035"/>
          <p:cNvSpPr txBox="1"/>
          <p:nvPr>
            <p:ph idx="20" type="body"/>
          </p:nvPr>
        </p:nvSpPr>
        <p:spPr>
          <a:xfrm>
            <a:off x="8054192" y="5687987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7" name="Google Shape;267;g3e23138d502_0_1035"/>
          <p:cNvSpPr txBox="1"/>
          <p:nvPr>
            <p:ph idx="21" type="body"/>
          </p:nvPr>
        </p:nvSpPr>
        <p:spPr>
          <a:xfrm>
            <a:off x="8054192" y="5917189"/>
            <a:ext cx="3593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68" name="Google Shape;268;g3e23138d502_0_1035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69" name="Google Shape;269;g3e23138d502_0_1035"/>
          <p:cNvSpPr txBox="1"/>
          <p:nvPr>
            <p:ph idx="22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-up Image">
  <p:cSld name="7-up Imag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23138d502_0_1056"/>
          <p:cNvSpPr txBox="1"/>
          <p:nvPr>
            <p:ph idx="1" type="body"/>
          </p:nvPr>
        </p:nvSpPr>
        <p:spPr>
          <a:xfrm>
            <a:off x="4778357" y="5686374"/>
            <a:ext cx="2651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2" name="Google Shape;272;g3e23138d502_0_1056"/>
          <p:cNvSpPr txBox="1"/>
          <p:nvPr>
            <p:ph idx="2" type="body"/>
          </p:nvPr>
        </p:nvSpPr>
        <p:spPr>
          <a:xfrm>
            <a:off x="1962191" y="5686374"/>
            <a:ext cx="2656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3" name="Google Shape;273;g3e23138d502_0_1056"/>
          <p:cNvSpPr txBox="1"/>
          <p:nvPr>
            <p:ph idx="3" type="body"/>
          </p:nvPr>
        </p:nvSpPr>
        <p:spPr>
          <a:xfrm>
            <a:off x="4778357" y="5909019"/>
            <a:ext cx="2651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4" name="Google Shape;274;g3e23138d502_0_1056"/>
          <p:cNvSpPr txBox="1"/>
          <p:nvPr>
            <p:ph idx="4" type="body"/>
          </p:nvPr>
        </p:nvSpPr>
        <p:spPr>
          <a:xfrm>
            <a:off x="1962191" y="5909019"/>
            <a:ext cx="2656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5" name="Google Shape;275;g3e23138d502_0_1056"/>
          <p:cNvSpPr/>
          <p:nvPr>
            <p:ph idx="5" type="pic"/>
          </p:nvPr>
        </p:nvSpPr>
        <p:spPr>
          <a:xfrm>
            <a:off x="1962191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e23138d502_0_1056"/>
          <p:cNvSpPr/>
          <p:nvPr>
            <p:ph idx="6" type="pic"/>
          </p:nvPr>
        </p:nvSpPr>
        <p:spPr>
          <a:xfrm>
            <a:off x="4778358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e23138d502_0_1056"/>
          <p:cNvSpPr/>
          <p:nvPr>
            <p:ph idx="7" type="pic"/>
          </p:nvPr>
        </p:nvSpPr>
        <p:spPr>
          <a:xfrm>
            <a:off x="7594525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e23138d502_0_1056"/>
          <p:cNvSpPr txBox="1"/>
          <p:nvPr>
            <p:ph idx="8" type="body"/>
          </p:nvPr>
        </p:nvSpPr>
        <p:spPr>
          <a:xfrm>
            <a:off x="7594525" y="5686374"/>
            <a:ext cx="2650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79" name="Google Shape;279;g3e23138d502_0_1056"/>
          <p:cNvSpPr txBox="1"/>
          <p:nvPr>
            <p:ph idx="9" type="body"/>
          </p:nvPr>
        </p:nvSpPr>
        <p:spPr>
          <a:xfrm>
            <a:off x="7594525" y="5909019"/>
            <a:ext cx="2650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0" name="Google Shape;280;g3e23138d502_0_1056"/>
          <p:cNvSpPr/>
          <p:nvPr>
            <p:ph idx="13" type="pic"/>
          </p:nvPr>
        </p:nvSpPr>
        <p:spPr>
          <a:xfrm>
            <a:off x="6178203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e23138d502_0_1056"/>
          <p:cNvSpPr/>
          <p:nvPr>
            <p:ph idx="14" type="pic"/>
          </p:nvPr>
        </p:nvSpPr>
        <p:spPr>
          <a:xfrm>
            <a:off x="3362036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e23138d502_0_1056"/>
          <p:cNvSpPr/>
          <p:nvPr>
            <p:ph idx="15" type="pic"/>
          </p:nvPr>
        </p:nvSpPr>
        <p:spPr>
          <a:xfrm>
            <a:off x="545869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e23138d502_0_1056"/>
          <p:cNvSpPr/>
          <p:nvPr>
            <p:ph idx="16" type="pic"/>
          </p:nvPr>
        </p:nvSpPr>
        <p:spPr>
          <a:xfrm>
            <a:off x="8994371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e23138d502_0_1056"/>
          <p:cNvSpPr txBox="1"/>
          <p:nvPr>
            <p:ph idx="17" type="body"/>
          </p:nvPr>
        </p:nvSpPr>
        <p:spPr>
          <a:xfrm>
            <a:off x="3364803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5" name="Google Shape;285;g3e23138d502_0_1056"/>
          <p:cNvSpPr txBox="1"/>
          <p:nvPr>
            <p:ph idx="18" type="body"/>
          </p:nvPr>
        </p:nvSpPr>
        <p:spPr>
          <a:xfrm>
            <a:off x="545868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6" name="Google Shape;286;g3e23138d502_0_1056"/>
          <p:cNvSpPr txBox="1"/>
          <p:nvPr>
            <p:ph idx="19" type="body"/>
          </p:nvPr>
        </p:nvSpPr>
        <p:spPr>
          <a:xfrm>
            <a:off x="3364803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7" name="Google Shape;287;g3e23138d502_0_1056"/>
          <p:cNvSpPr txBox="1"/>
          <p:nvPr>
            <p:ph idx="20" type="body"/>
          </p:nvPr>
        </p:nvSpPr>
        <p:spPr>
          <a:xfrm>
            <a:off x="545868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8" name="Google Shape;288;g3e23138d502_0_1056"/>
          <p:cNvSpPr txBox="1"/>
          <p:nvPr>
            <p:ph idx="21" type="body"/>
          </p:nvPr>
        </p:nvSpPr>
        <p:spPr>
          <a:xfrm>
            <a:off x="6178202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89" name="Google Shape;289;g3e23138d502_0_1056"/>
          <p:cNvSpPr txBox="1"/>
          <p:nvPr>
            <p:ph idx="22" type="body"/>
          </p:nvPr>
        </p:nvSpPr>
        <p:spPr>
          <a:xfrm>
            <a:off x="6178202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90" name="Google Shape;290;g3e23138d502_0_1056"/>
          <p:cNvSpPr txBox="1"/>
          <p:nvPr>
            <p:ph idx="23" type="body"/>
          </p:nvPr>
        </p:nvSpPr>
        <p:spPr>
          <a:xfrm>
            <a:off x="8994371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91" name="Google Shape;291;g3e23138d502_0_1056"/>
          <p:cNvSpPr txBox="1"/>
          <p:nvPr>
            <p:ph idx="24" type="body"/>
          </p:nvPr>
        </p:nvSpPr>
        <p:spPr>
          <a:xfrm>
            <a:off x="8994371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292" name="Google Shape;292;g3e23138d502_0_1056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293" name="Google Shape;293;g3e23138d502_0_1056"/>
          <p:cNvSpPr txBox="1"/>
          <p:nvPr>
            <p:ph idx="25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-up Image">
  <p:cSld name="8-up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23138d502_0_1080"/>
          <p:cNvSpPr/>
          <p:nvPr>
            <p:ph idx="2" type="pic"/>
          </p:nvPr>
        </p:nvSpPr>
        <p:spPr>
          <a:xfrm>
            <a:off x="545868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e23138d502_0_1080"/>
          <p:cNvSpPr/>
          <p:nvPr>
            <p:ph idx="3" type="pic"/>
          </p:nvPr>
        </p:nvSpPr>
        <p:spPr>
          <a:xfrm>
            <a:off x="3362035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e23138d502_0_1080"/>
          <p:cNvSpPr/>
          <p:nvPr>
            <p:ph idx="4" type="pic"/>
          </p:nvPr>
        </p:nvSpPr>
        <p:spPr>
          <a:xfrm>
            <a:off x="6178202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e23138d502_0_1080"/>
          <p:cNvSpPr/>
          <p:nvPr>
            <p:ph idx="5" type="pic"/>
          </p:nvPr>
        </p:nvSpPr>
        <p:spPr>
          <a:xfrm>
            <a:off x="6178203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e23138d502_0_1080"/>
          <p:cNvSpPr/>
          <p:nvPr>
            <p:ph idx="6" type="pic"/>
          </p:nvPr>
        </p:nvSpPr>
        <p:spPr>
          <a:xfrm>
            <a:off x="3362036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e23138d502_0_1080"/>
          <p:cNvSpPr/>
          <p:nvPr>
            <p:ph idx="7" type="pic"/>
          </p:nvPr>
        </p:nvSpPr>
        <p:spPr>
          <a:xfrm>
            <a:off x="545869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e23138d502_0_1080"/>
          <p:cNvSpPr/>
          <p:nvPr>
            <p:ph idx="8" type="pic"/>
          </p:nvPr>
        </p:nvSpPr>
        <p:spPr>
          <a:xfrm>
            <a:off x="8994371" y="1616605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e23138d502_0_1080"/>
          <p:cNvSpPr/>
          <p:nvPr>
            <p:ph idx="9" type="pic"/>
          </p:nvPr>
        </p:nvSpPr>
        <p:spPr>
          <a:xfrm>
            <a:off x="8989354" y="3975399"/>
            <a:ext cx="26517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e23138d502_0_1080"/>
          <p:cNvSpPr txBox="1"/>
          <p:nvPr>
            <p:ph idx="1" type="body"/>
          </p:nvPr>
        </p:nvSpPr>
        <p:spPr>
          <a:xfrm>
            <a:off x="3364803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4" name="Google Shape;304;g3e23138d502_0_1080"/>
          <p:cNvSpPr txBox="1"/>
          <p:nvPr>
            <p:ph idx="13" type="body"/>
          </p:nvPr>
        </p:nvSpPr>
        <p:spPr>
          <a:xfrm>
            <a:off x="545868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5" name="Google Shape;305;g3e23138d502_0_1080"/>
          <p:cNvSpPr txBox="1"/>
          <p:nvPr>
            <p:ph idx="14" type="body"/>
          </p:nvPr>
        </p:nvSpPr>
        <p:spPr>
          <a:xfrm>
            <a:off x="3364803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6" name="Google Shape;306;g3e23138d502_0_1080"/>
          <p:cNvSpPr txBox="1"/>
          <p:nvPr>
            <p:ph idx="15" type="body"/>
          </p:nvPr>
        </p:nvSpPr>
        <p:spPr>
          <a:xfrm>
            <a:off x="545868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7" name="Google Shape;307;g3e23138d502_0_1080"/>
          <p:cNvSpPr txBox="1"/>
          <p:nvPr>
            <p:ph idx="16" type="body"/>
          </p:nvPr>
        </p:nvSpPr>
        <p:spPr>
          <a:xfrm>
            <a:off x="6178202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8" name="Google Shape;308;g3e23138d502_0_1080"/>
          <p:cNvSpPr txBox="1"/>
          <p:nvPr>
            <p:ph idx="17" type="body"/>
          </p:nvPr>
        </p:nvSpPr>
        <p:spPr>
          <a:xfrm>
            <a:off x="6178202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09" name="Google Shape;309;g3e23138d502_0_1080"/>
          <p:cNvSpPr txBox="1"/>
          <p:nvPr>
            <p:ph idx="18" type="body"/>
          </p:nvPr>
        </p:nvSpPr>
        <p:spPr>
          <a:xfrm>
            <a:off x="8994371" y="3327295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0" name="Google Shape;310;g3e23138d502_0_1080"/>
          <p:cNvSpPr txBox="1"/>
          <p:nvPr>
            <p:ph idx="19" type="body"/>
          </p:nvPr>
        </p:nvSpPr>
        <p:spPr>
          <a:xfrm>
            <a:off x="8994371" y="3556498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1" name="Google Shape;311;g3e23138d502_0_1080"/>
          <p:cNvSpPr txBox="1"/>
          <p:nvPr>
            <p:ph idx="20" type="body"/>
          </p:nvPr>
        </p:nvSpPr>
        <p:spPr>
          <a:xfrm>
            <a:off x="3362444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2" name="Google Shape;312;g3e23138d502_0_1080"/>
          <p:cNvSpPr txBox="1"/>
          <p:nvPr>
            <p:ph idx="21" type="body"/>
          </p:nvPr>
        </p:nvSpPr>
        <p:spPr>
          <a:xfrm>
            <a:off x="543509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3" name="Google Shape;313;g3e23138d502_0_1080"/>
          <p:cNvSpPr txBox="1"/>
          <p:nvPr>
            <p:ph idx="22" type="body"/>
          </p:nvPr>
        </p:nvSpPr>
        <p:spPr>
          <a:xfrm>
            <a:off x="3362444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4" name="Google Shape;314;g3e23138d502_0_1080"/>
          <p:cNvSpPr txBox="1"/>
          <p:nvPr>
            <p:ph idx="23" type="body"/>
          </p:nvPr>
        </p:nvSpPr>
        <p:spPr>
          <a:xfrm>
            <a:off x="543509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5" name="Google Shape;315;g3e23138d502_0_1080"/>
          <p:cNvSpPr txBox="1"/>
          <p:nvPr>
            <p:ph idx="24" type="body"/>
          </p:nvPr>
        </p:nvSpPr>
        <p:spPr>
          <a:xfrm>
            <a:off x="6175843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6" name="Google Shape;316;g3e23138d502_0_1080"/>
          <p:cNvSpPr txBox="1"/>
          <p:nvPr>
            <p:ph idx="25" type="body"/>
          </p:nvPr>
        </p:nvSpPr>
        <p:spPr>
          <a:xfrm>
            <a:off x="6175843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7" name="Google Shape;317;g3e23138d502_0_1080"/>
          <p:cNvSpPr txBox="1"/>
          <p:nvPr>
            <p:ph idx="26" type="body"/>
          </p:nvPr>
        </p:nvSpPr>
        <p:spPr>
          <a:xfrm>
            <a:off x="8992012" y="5686374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8" name="Google Shape;318;g3e23138d502_0_1080"/>
          <p:cNvSpPr txBox="1"/>
          <p:nvPr>
            <p:ph idx="27" type="body"/>
          </p:nvPr>
        </p:nvSpPr>
        <p:spPr>
          <a:xfrm>
            <a:off x="8992012" y="5915576"/>
            <a:ext cx="2649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19" name="Google Shape;319;g3e23138d502_0_108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20" name="Google Shape;320;g3e23138d502_0_1080"/>
          <p:cNvSpPr txBox="1"/>
          <p:nvPr>
            <p:ph idx="28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-up Image">
  <p:cSld name="9-up Image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23138d502_0_1107"/>
          <p:cNvSpPr txBox="1"/>
          <p:nvPr>
            <p:ph idx="1" type="body"/>
          </p:nvPr>
        </p:nvSpPr>
        <p:spPr>
          <a:xfrm>
            <a:off x="3927370" y="5686374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3" name="Google Shape;323;g3e23138d502_0_1107"/>
          <p:cNvSpPr txBox="1"/>
          <p:nvPr>
            <p:ph idx="2" type="body"/>
          </p:nvPr>
        </p:nvSpPr>
        <p:spPr>
          <a:xfrm>
            <a:off x="1679140" y="5686374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4" name="Google Shape;324;g3e23138d502_0_1107"/>
          <p:cNvSpPr txBox="1"/>
          <p:nvPr>
            <p:ph idx="3" type="body"/>
          </p:nvPr>
        </p:nvSpPr>
        <p:spPr>
          <a:xfrm>
            <a:off x="3927370" y="5909019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5" name="Google Shape;325;g3e23138d502_0_1107"/>
          <p:cNvSpPr txBox="1"/>
          <p:nvPr>
            <p:ph idx="4" type="body"/>
          </p:nvPr>
        </p:nvSpPr>
        <p:spPr>
          <a:xfrm>
            <a:off x="1679140" y="5909019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26" name="Google Shape;326;g3e23138d502_0_1107"/>
          <p:cNvSpPr/>
          <p:nvPr>
            <p:ph idx="5" type="pic"/>
          </p:nvPr>
        </p:nvSpPr>
        <p:spPr>
          <a:xfrm>
            <a:off x="1673726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e23138d502_0_1107"/>
          <p:cNvSpPr/>
          <p:nvPr>
            <p:ph idx="6" type="pic"/>
          </p:nvPr>
        </p:nvSpPr>
        <p:spPr>
          <a:xfrm>
            <a:off x="3926572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e23138d502_0_1107"/>
          <p:cNvSpPr/>
          <p:nvPr>
            <p:ph idx="7" type="pic"/>
          </p:nvPr>
        </p:nvSpPr>
        <p:spPr>
          <a:xfrm>
            <a:off x="8428719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e23138d502_0_1107"/>
          <p:cNvSpPr txBox="1"/>
          <p:nvPr>
            <p:ph idx="8" type="body"/>
          </p:nvPr>
        </p:nvSpPr>
        <p:spPr>
          <a:xfrm>
            <a:off x="6177470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0" name="Google Shape;330;g3e23138d502_0_1107"/>
          <p:cNvSpPr txBox="1"/>
          <p:nvPr>
            <p:ph idx="9" type="body"/>
          </p:nvPr>
        </p:nvSpPr>
        <p:spPr>
          <a:xfrm>
            <a:off x="6177470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1" name="Google Shape;331;g3e23138d502_0_1107"/>
          <p:cNvSpPr/>
          <p:nvPr>
            <p:ph idx="13" type="pic"/>
          </p:nvPr>
        </p:nvSpPr>
        <p:spPr>
          <a:xfrm>
            <a:off x="5050687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e23138d502_0_1107"/>
          <p:cNvSpPr/>
          <p:nvPr>
            <p:ph idx="14" type="pic"/>
          </p:nvPr>
        </p:nvSpPr>
        <p:spPr>
          <a:xfrm>
            <a:off x="2798278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e23138d502_0_1107"/>
          <p:cNvSpPr/>
          <p:nvPr>
            <p:ph idx="15" type="pic"/>
          </p:nvPr>
        </p:nvSpPr>
        <p:spPr>
          <a:xfrm>
            <a:off x="545869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e23138d502_0_1107"/>
          <p:cNvSpPr/>
          <p:nvPr>
            <p:ph idx="16" type="pic"/>
          </p:nvPr>
        </p:nvSpPr>
        <p:spPr>
          <a:xfrm>
            <a:off x="7303096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e23138d502_0_1107"/>
          <p:cNvSpPr/>
          <p:nvPr>
            <p:ph idx="17" type="pic"/>
          </p:nvPr>
        </p:nvSpPr>
        <p:spPr>
          <a:xfrm>
            <a:off x="9555505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e23138d502_0_1107"/>
          <p:cNvSpPr/>
          <p:nvPr>
            <p:ph idx="18" type="pic"/>
          </p:nvPr>
        </p:nvSpPr>
        <p:spPr>
          <a:xfrm>
            <a:off x="6175873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23138d502_0_1107"/>
          <p:cNvSpPr txBox="1"/>
          <p:nvPr>
            <p:ph idx="19" type="body"/>
          </p:nvPr>
        </p:nvSpPr>
        <p:spPr>
          <a:xfrm>
            <a:off x="8435808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8" name="Google Shape;338;g3e23138d502_0_1107"/>
          <p:cNvSpPr txBox="1"/>
          <p:nvPr>
            <p:ph idx="20" type="body"/>
          </p:nvPr>
        </p:nvSpPr>
        <p:spPr>
          <a:xfrm>
            <a:off x="8435808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39" name="Google Shape;339;g3e23138d502_0_1107"/>
          <p:cNvSpPr txBox="1"/>
          <p:nvPr>
            <p:ph idx="21" type="body"/>
          </p:nvPr>
        </p:nvSpPr>
        <p:spPr>
          <a:xfrm>
            <a:off x="5047304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0" name="Google Shape;340;g3e23138d502_0_1107"/>
          <p:cNvSpPr txBox="1"/>
          <p:nvPr>
            <p:ph idx="22" type="body"/>
          </p:nvPr>
        </p:nvSpPr>
        <p:spPr>
          <a:xfrm>
            <a:off x="279731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1" name="Google Shape;341;g3e23138d502_0_1107"/>
          <p:cNvSpPr txBox="1"/>
          <p:nvPr>
            <p:ph idx="23" type="body"/>
          </p:nvPr>
        </p:nvSpPr>
        <p:spPr>
          <a:xfrm>
            <a:off x="5047304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2" name="Google Shape;342;g3e23138d502_0_1107"/>
          <p:cNvSpPr txBox="1"/>
          <p:nvPr>
            <p:ph idx="24" type="body"/>
          </p:nvPr>
        </p:nvSpPr>
        <p:spPr>
          <a:xfrm>
            <a:off x="279731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3" name="Google Shape;343;g3e23138d502_0_1107"/>
          <p:cNvSpPr txBox="1"/>
          <p:nvPr>
            <p:ph idx="25" type="body"/>
          </p:nvPr>
        </p:nvSpPr>
        <p:spPr>
          <a:xfrm>
            <a:off x="7300221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4" name="Google Shape;344;g3e23138d502_0_1107"/>
          <p:cNvSpPr txBox="1"/>
          <p:nvPr>
            <p:ph idx="26" type="body"/>
          </p:nvPr>
        </p:nvSpPr>
        <p:spPr>
          <a:xfrm>
            <a:off x="7300221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5" name="Google Shape;345;g3e23138d502_0_1107"/>
          <p:cNvSpPr txBox="1"/>
          <p:nvPr>
            <p:ph idx="27" type="body"/>
          </p:nvPr>
        </p:nvSpPr>
        <p:spPr>
          <a:xfrm>
            <a:off x="9555505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6" name="Google Shape;346;g3e23138d502_0_1107"/>
          <p:cNvSpPr txBox="1"/>
          <p:nvPr>
            <p:ph idx="28" type="body"/>
          </p:nvPr>
        </p:nvSpPr>
        <p:spPr>
          <a:xfrm>
            <a:off x="9555505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7" name="Google Shape;347;g3e23138d502_0_1107"/>
          <p:cNvSpPr txBox="1"/>
          <p:nvPr>
            <p:ph idx="29" type="body"/>
          </p:nvPr>
        </p:nvSpPr>
        <p:spPr>
          <a:xfrm>
            <a:off x="54586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8" name="Google Shape;348;g3e23138d502_0_1107"/>
          <p:cNvSpPr txBox="1"/>
          <p:nvPr>
            <p:ph idx="30" type="body"/>
          </p:nvPr>
        </p:nvSpPr>
        <p:spPr>
          <a:xfrm>
            <a:off x="54586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49" name="Google Shape;349;g3e23138d502_0_110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50" name="Google Shape;350;g3e23138d502_0_1107"/>
          <p:cNvSpPr txBox="1"/>
          <p:nvPr>
            <p:ph idx="3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-up Image">
  <p:cSld name="10-up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23138d502_0_1137"/>
          <p:cNvSpPr txBox="1"/>
          <p:nvPr>
            <p:ph idx="1" type="body"/>
          </p:nvPr>
        </p:nvSpPr>
        <p:spPr>
          <a:xfrm>
            <a:off x="2794098" y="5686374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3" name="Google Shape;353;g3e23138d502_0_1137"/>
          <p:cNvSpPr txBox="1"/>
          <p:nvPr>
            <p:ph idx="2" type="body"/>
          </p:nvPr>
        </p:nvSpPr>
        <p:spPr>
          <a:xfrm>
            <a:off x="545868" y="5686374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4" name="Google Shape;354;g3e23138d502_0_1137"/>
          <p:cNvSpPr txBox="1"/>
          <p:nvPr>
            <p:ph idx="3" type="body"/>
          </p:nvPr>
        </p:nvSpPr>
        <p:spPr>
          <a:xfrm>
            <a:off x="2794098" y="5909019"/>
            <a:ext cx="20871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5" name="Google Shape;355;g3e23138d502_0_1137"/>
          <p:cNvSpPr txBox="1"/>
          <p:nvPr>
            <p:ph idx="4" type="body"/>
          </p:nvPr>
        </p:nvSpPr>
        <p:spPr>
          <a:xfrm>
            <a:off x="545868" y="5909019"/>
            <a:ext cx="2085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56" name="Google Shape;356;g3e23138d502_0_1137"/>
          <p:cNvSpPr/>
          <p:nvPr>
            <p:ph idx="5" type="pic"/>
          </p:nvPr>
        </p:nvSpPr>
        <p:spPr>
          <a:xfrm>
            <a:off x="545868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e23138d502_0_1137"/>
          <p:cNvSpPr/>
          <p:nvPr>
            <p:ph idx="6" type="pic"/>
          </p:nvPr>
        </p:nvSpPr>
        <p:spPr>
          <a:xfrm>
            <a:off x="2798714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e23138d502_0_1137"/>
          <p:cNvSpPr/>
          <p:nvPr>
            <p:ph idx="7" type="pic"/>
          </p:nvPr>
        </p:nvSpPr>
        <p:spPr>
          <a:xfrm>
            <a:off x="7300862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e23138d502_0_1137"/>
          <p:cNvSpPr txBox="1"/>
          <p:nvPr>
            <p:ph idx="8" type="body"/>
          </p:nvPr>
        </p:nvSpPr>
        <p:spPr>
          <a:xfrm>
            <a:off x="5044198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0" name="Google Shape;360;g3e23138d502_0_1137"/>
          <p:cNvSpPr txBox="1"/>
          <p:nvPr>
            <p:ph idx="9" type="body"/>
          </p:nvPr>
        </p:nvSpPr>
        <p:spPr>
          <a:xfrm>
            <a:off x="5044198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1" name="Google Shape;361;g3e23138d502_0_1137"/>
          <p:cNvSpPr/>
          <p:nvPr>
            <p:ph idx="13" type="pic"/>
          </p:nvPr>
        </p:nvSpPr>
        <p:spPr>
          <a:xfrm>
            <a:off x="5050687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e23138d502_0_1137"/>
          <p:cNvSpPr/>
          <p:nvPr>
            <p:ph idx="14" type="pic"/>
          </p:nvPr>
        </p:nvSpPr>
        <p:spPr>
          <a:xfrm>
            <a:off x="2798278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e23138d502_0_1137"/>
          <p:cNvSpPr/>
          <p:nvPr>
            <p:ph idx="15" type="pic"/>
          </p:nvPr>
        </p:nvSpPr>
        <p:spPr>
          <a:xfrm>
            <a:off x="545869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3e23138d502_0_1137"/>
          <p:cNvSpPr/>
          <p:nvPr>
            <p:ph idx="16" type="pic"/>
          </p:nvPr>
        </p:nvSpPr>
        <p:spPr>
          <a:xfrm>
            <a:off x="7303096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e23138d502_0_1137"/>
          <p:cNvSpPr/>
          <p:nvPr>
            <p:ph idx="17" type="pic"/>
          </p:nvPr>
        </p:nvSpPr>
        <p:spPr>
          <a:xfrm>
            <a:off x="9555505" y="1616280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e23138d502_0_1137"/>
          <p:cNvSpPr/>
          <p:nvPr>
            <p:ph idx="18" type="pic"/>
          </p:nvPr>
        </p:nvSpPr>
        <p:spPr>
          <a:xfrm>
            <a:off x="5048016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e23138d502_0_1137"/>
          <p:cNvSpPr txBox="1"/>
          <p:nvPr>
            <p:ph idx="19" type="body"/>
          </p:nvPr>
        </p:nvSpPr>
        <p:spPr>
          <a:xfrm>
            <a:off x="7302536" y="5686374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8" name="Google Shape;368;g3e23138d502_0_1137"/>
          <p:cNvSpPr txBox="1"/>
          <p:nvPr>
            <p:ph idx="20" type="body"/>
          </p:nvPr>
        </p:nvSpPr>
        <p:spPr>
          <a:xfrm>
            <a:off x="7302536" y="5909019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69" name="Google Shape;369;g3e23138d502_0_1137"/>
          <p:cNvSpPr txBox="1"/>
          <p:nvPr>
            <p:ph idx="21" type="body"/>
          </p:nvPr>
        </p:nvSpPr>
        <p:spPr>
          <a:xfrm>
            <a:off x="5047304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0" name="Google Shape;370;g3e23138d502_0_1137"/>
          <p:cNvSpPr txBox="1"/>
          <p:nvPr>
            <p:ph idx="22" type="body"/>
          </p:nvPr>
        </p:nvSpPr>
        <p:spPr>
          <a:xfrm>
            <a:off x="279731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1" name="Google Shape;371;g3e23138d502_0_1137"/>
          <p:cNvSpPr txBox="1"/>
          <p:nvPr>
            <p:ph idx="23" type="body"/>
          </p:nvPr>
        </p:nvSpPr>
        <p:spPr>
          <a:xfrm>
            <a:off x="5047304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2" name="Google Shape;372;g3e23138d502_0_1137"/>
          <p:cNvSpPr txBox="1"/>
          <p:nvPr>
            <p:ph idx="24" type="body"/>
          </p:nvPr>
        </p:nvSpPr>
        <p:spPr>
          <a:xfrm>
            <a:off x="279731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3" name="Google Shape;373;g3e23138d502_0_1137"/>
          <p:cNvSpPr txBox="1"/>
          <p:nvPr>
            <p:ph idx="25" type="body"/>
          </p:nvPr>
        </p:nvSpPr>
        <p:spPr>
          <a:xfrm>
            <a:off x="7300221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4" name="Google Shape;374;g3e23138d502_0_1137"/>
          <p:cNvSpPr txBox="1"/>
          <p:nvPr>
            <p:ph idx="26" type="body"/>
          </p:nvPr>
        </p:nvSpPr>
        <p:spPr>
          <a:xfrm>
            <a:off x="7300221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5" name="Google Shape;375;g3e23138d502_0_1137"/>
          <p:cNvSpPr txBox="1"/>
          <p:nvPr>
            <p:ph idx="27" type="body"/>
          </p:nvPr>
        </p:nvSpPr>
        <p:spPr>
          <a:xfrm>
            <a:off x="9555505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6" name="Google Shape;376;g3e23138d502_0_1137"/>
          <p:cNvSpPr txBox="1"/>
          <p:nvPr>
            <p:ph idx="28" type="body"/>
          </p:nvPr>
        </p:nvSpPr>
        <p:spPr>
          <a:xfrm>
            <a:off x="9555505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7" name="Google Shape;377;g3e23138d502_0_1137"/>
          <p:cNvSpPr/>
          <p:nvPr>
            <p:ph idx="29" type="pic"/>
          </p:nvPr>
        </p:nvSpPr>
        <p:spPr>
          <a:xfrm>
            <a:off x="9553708" y="3975399"/>
            <a:ext cx="2088000" cy="1645800"/>
          </a:xfrm>
          <a:prstGeom prst="rect">
            <a:avLst/>
          </a:prstGeom>
          <a:solidFill>
            <a:srgbClr val="151617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e23138d502_0_1137"/>
          <p:cNvSpPr txBox="1"/>
          <p:nvPr>
            <p:ph idx="30" type="body"/>
          </p:nvPr>
        </p:nvSpPr>
        <p:spPr>
          <a:xfrm>
            <a:off x="9548294" y="5701190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79" name="Google Shape;379;g3e23138d502_0_1137"/>
          <p:cNvSpPr txBox="1"/>
          <p:nvPr>
            <p:ph idx="31" type="body"/>
          </p:nvPr>
        </p:nvSpPr>
        <p:spPr>
          <a:xfrm>
            <a:off x="9548294" y="5930392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0" name="Google Shape;380;g3e23138d502_0_1137"/>
          <p:cNvSpPr txBox="1"/>
          <p:nvPr>
            <p:ph idx="32" type="body"/>
          </p:nvPr>
        </p:nvSpPr>
        <p:spPr>
          <a:xfrm>
            <a:off x="545869" y="3327295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1" name="Google Shape;381;g3e23138d502_0_1137"/>
          <p:cNvSpPr txBox="1"/>
          <p:nvPr>
            <p:ph idx="33" type="body"/>
          </p:nvPr>
        </p:nvSpPr>
        <p:spPr>
          <a:xfrm>
            <a:off x="545869" y="3556498"/>
            <a:ext cx="2088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2" name="Google Shape;382;g3e23138d502_0_1137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83" name="Google Shape;383;g3e23138d502_0_1137"/>
          <p:cNvSpPr txBox="1"/>
          <p:nvPr>
            <p:ph idx="34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Left - Text Right">
  <p:cSld name="Image Left - Text Righ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23138d502_0_1170"/>
          <p:cNvSpPr/>
          <p:nvPr>
            <p:ph idx="2" type="pic"/>
          </p:nvPr>
        </p:nvSpPr>
        <p:spPr>
          <a:xfrm>
            <a:off x="0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e23138d502_0_1170"/>
          <p:cNvSpPr txBox="1"/>
          <p:nvPr>
            <p:ph type="title"/>
          </p:nvPr>
        </p:nvSpPr>
        <p:spPr>
          <a:xfrm>
            <a:off x="6376416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87" name="Google Shape;387;g3e23138d502_0_1170"/>
          <p:cNvSpPr txBox="1"/>
          <p:nvPr>
            <p:ph idx="1" type="body"/>
          </p:nvPr>
        </p:nvSpPr>
        <p:spPr>
          <a:xfrm>
            <a:off x="6376416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388" name="Google Shape;388;g3e23138d502_0_1170"/>
          <p:cNvSpPr txBox="1"/>
          <p:nvPr>
            <p:ph idx="3" type="body"/>
          </p:nvPr>
        </p:nvSpPr>
        <p:spPr>
          <a:xfrm>
            <a:off x="6376416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cxnSp>
        <p:nvCxnSpPr>
          <p:cNvPr id="389" name="Google Shape;389;g3e23138d502_0_1170"/>
          <p:cNvCxnSpPr/>
          <p:nvPr/>
        </p:nvCxnSpPr>
        <p:spPr>
          <a:xfrm>
            <a:off x="5471054" y="1897743"/>
            <a:ext cx="57609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Left - Text Right NO SUBTITLE">
  <p:cSld name="Image Left - Text Right NO SUBTITLE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23138d502_0_1176"/>
          <p:cNvSpPr txBox="1"/>
          <p:nvPr>
            <p:ph idx="1" type="body"/>
          </p:nvPr>
        </p:nvSpPr>
        <p:spPr>
          <a:xfrm>
            <a:off x="6376416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cxnSp>
        <p:nvCxnSpPr>
          <p:cNvPr id="392" name="Google Shape;392;g3e23138d502_0_1176"/>
          <p:cNvCxnSpPr/>
          <p:nvPr/>
        </p:nvCxnSpPr>
        <p:spPr>
          <a:xfrm>
            <a:off x="5471054" y="1897743"/>
            <a:ext cx="57609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g3e23138d502_0_1176"/>
          <p:cNvSpPr txBox="1"/>
          <p:nvPr>
            <p:ph type="title"/>
          </p:nvPr>
        </p:nvSpPr>
        <p:spPr>
          <a:xfrm>
            <a:off x="6376416" y="406259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94" name="Google Shape;394;g3e23138d502_0_1176"/>
          <p:cNvSpPr/>
          <p:nvPr>
            <p:ph idx="2" type="pic"/>
          </p:nvPr>
        </p:nvSpPr>
        <p:spPr>
          <a:xfrm>
            <a:off x="0" y="0"/>
            <a:ext cx="54711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NO BULLETS - Image Right ">
  <p:cSld name="Text Left NO BULLETS - Image Right 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23138d502_0_1181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397" name="Google Shape;397;g3e23138d502_0_1181"/>
          <p:cNvSpPr txBox="1"/>
          <p:nvPr>
            <p:ph type="title"/>
          </p:nvPr>
        </p:nvSpPr>
        <p:spPr>
          <a:xfrm>
            <a:off x="865632" y="2276531"/>
            <a:ext cx="40476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398" name="Google Shape;398;g3e23138d502_0_1181"/>
          <p:cNvSpPr txBox="1"/>
          <p:nvPr>
            <p:ph idx="1" type="body"/>
          </p:nvPr>
        </p:nvSpPr>
        <p:spPr>
          <a:xfrm>
            <a:off x="865632" y="3427707"/>
            <a:ext cx="404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grpSp>
        <p:nvGrpSpPr>
          <p:cNvPr id="399" name="Google Shape;399;g3e23138d502_0_1181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00" name="Google Shape;400;g3e23138d502_0_1181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401" name="Google Shape;401;g3e23138d502_0_118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2" name="Google Shape;402;g3e23138d502_0_1181"/>
          <p:cNvSpPr/>
          <p:nvPr>
            <p:ph idx="2" type="pic"/>
          </p:nvPr>
        </p:nvSpPr>
        <p:spPr>
          <a:xfrm>
            <a:off x="5474208" y="0"/>
            <a:ext cx="67179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Left TITLE ONLY - Image Right">
  <p:cSld name="Text Left TITLE ONLY - Image Right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23138d502_0_1189"/>
          <p:cNvSpPr/>
          <p:nvPr/>
        </p:nvSpPr>
        <p:spPr>
          <a:xfrm>
            <a:off x="10988040" y="6309360"/>
            <a:ext cx="1203900" cy="548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05" name="Google Shape;405;g3e23138d502_0_1189"/>
          <p:cNvSpPr/>
          <p:nvPr>
            <p:ph idx="2" type="pic"/>
          </p:nvPr>
        </p:nvSpPr>
        <p:spPr>
          <a:xfrm>
            <a:off x="5474208" y="0"/>
            <a:ext cx="6717900" cy="6858000"/>
          </a:xfrm>
          <a:prstGeom prst="rect">
            <a:avLst/>
          </a:prstGeom>
          <a:solidFill>
            <a:srgbClr val="F2F2F2">
              <a:alpha val="60780"/>
            </a:srgbClr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e23138d502_0_1189"/>
          <p:cNvSpPr txBox="1"/>
          <p:nvPr>
            <p:ph type="title"/>
          </p:nvPr>
        </p:nvSpPr>
        <p:spPr>
          <a:xfrm>
            <a:off x="865632" y="2868051"/>
            <a:ext cx="40599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grpSp>
        <p:nvGrpSpPr>
          <p:cNvPr id="407" name="Google Shape;407;g3e23138d502_0_1189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08" name="Google Shape;408;g3e23138d502_0_1189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409" name="Google Shape;409;g3e23138d502_0_118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ING Layout">
  <p:cSld name="CODING Layout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23138d502_0_1196"/>
          <p:cNvSpPr/>
          <p:nvPr/>
        </p:nvSpPr>
        <p:spPr>
          <a:xfrm>
            <a:off x="10896600" y="6111238"/>
            <a:ext cx="1295400" cy="74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12" name="Google Shape;412;g3e23138d502_0_1196"/>
          <p:cNvSpPr txBox="1"/>
          <p:nvPr>
            <p:ph type="title"/>
          </p:nvPr>
        </p:nvSpPr>
        <p:spPr>
          <a:xfrm>
            <a:off x="865632" y="100688"/>
            <a:ext cx="4879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b="1" sz="2400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20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13" name="Google Shape;413;g3e23138d502_0_1196"/>
          <p:cNvSpPr txBox="1"/>
          <p:nvPr>
            <p:ph idx="1" type="body"/>
          </p:nvPr>
        </p:nvSpPr>
        <p:spPr>
          <a:xfrm>
            <a:off x="865632" y="2329397"/>
            <a:ext cx="4879800" cy="3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VIDIA Sans"/>
              <a:buChar char="•"/>
              <a:defRPr b="0" i="0" sz="15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31115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VIDIA Sans"/>
              <a:buChar char="•"/>
              <a:defRPr b="0" i="0" sz="13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VIDIA Sans"/>
              <a:buChar char="•"/>
              <a:defRPr b="0" i="0" sz="12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VIDIA Sans"/>
              <a:buChar char="•"/>
              <a:defRPr b="0" i="0" sz="11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VIDIA Sans"/>
              <a:buChar char="•"/>
              <a:defRPr b="0" i="0" sz="900" u="none" cap="none" strike="noStrik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14" name="Google Shape;414;g3e23138d502_0_1196"/>
          <p:cNvSpPr txBox="1"/>
          <p:nvPr>
            <p:ph idx="2" type="body"/>
          </p:nvPr>
        </p:nvSpPr>
        <p:spPr>
          <a:xfrm>
            <a:off x="865632" y="1243923"/>
            <a:ext cx="4879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15" name="Google Shape;415;g3e23138d502_0_1196"/>
          <p:cNvSpPr/>
          <p:nvPr/>
        </p:nvSpPr>
        <p:spPr>
          <a:xfrm>
            <a:off x="6720946" y="0"/>
            <a:ext cx="54711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5225" lIns="30475" spcFirstLastPara="1" rIns="30475" wrap="square" tIns="7315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</a:pPr>
            <a:r>
              <a:t/>
            </a:r>
            <a:endParaRPr sz="1300">
              <a:solidFill>
                <a:schemeClr val="lt2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pSp>
        <p:nvGrpSpPr>
          <p:cNvPr id="416" name="Google Shape;416;g3e23138d502_0_1196"/>
          <p:cNvGrpSpPr/>
          <p:nvPr/>
        </p:nvGrpSpPr>
        <p:grpSpPr>
          <a:xfrm>
            <a:off x="0" y="6500821"/>
            <a:ext cx="776779" cy="360986"/>
            <a:chOff x="0" y="19504414"/>
            <a:chExt cx="2330569" cy="1083065"/>
          </a:xfrm>
        </p:grpSpPr>
        <p:sp>
          <p:nvSpPr>
            <p:cNvPr id="417" name="Google Shape;417;g3e23138d502_0_1196"/>
            <p:cNvSpPr/>
            <p:nvPr/>
          </p:nvSpPr>
          <p:spPr>
            <a:xfrm>
              <a:off x="0" y="19697679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418" name="Google Shape;418;g3e23138d502_0_119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27131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19" name="Google Shape;419;g3e23138d502_0_1196"/>
          <p:cNvCxnSpPr/>
          <p:nvPr/>
        </p:nvCxnSpPr>
        <p:spPr>
          <a:xfrm>
            <a:off x="0" y="1897743"/>
            <a:ext cx="5745600" cy="0"/>
          </a:xfrm>
          <a:prstGeom prst="straightConnector1">
            <a:avLst/>
          </a:prstGeom>
          <a:noFill/>
          <a:ln cap="flat" cmpd="sng" w="10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Layout">
  <p:cSld name="Use Case Layou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g3e23138d502_0_1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e23138d502_0_120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bargo">
  <p:cSld name="Embargo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23138d502_0_1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lt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25" name="Google Shape;425;g3e23138d502_0_1209"/>
          <p:cNvSpPr txBox="1"/>
          <p:nvPr>
            <p:ph idx="1" type="body"/>
          </p:nvPr>
        </p:nvSpPr>
        <p:spPr>
          <a:xfrm>
            <a:off x="2544753" y="3590666"/>
            <a:ext cx="7578000" cy="1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VIDIA Sans"/>
              <a:buNone/>
              <a:defRPr b="0" i="0" sz="25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None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26" name="Google Shape;426;g3e23138d502_0_1209"/>
          <p:cNvSpPr txBox="1"/>
          <p:nvPr>
            <p:ph type="title"/>
          </p:nvPr>
        </p:nvSpPr>
        <p:spPr>
          <a:xfrm>
            <a:off x="2544753" y="3008253"/>
            <a:ext cx="7578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VIDIA Sans Light"/>
              <a:buNone/>
              <a:defRPr b="0" sz="4000" cap="none">
                <a:solidFill>
                  <a:schemeClr val="dk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pic>
        <p:nvPicPr>
          <p:cNvPr descr="A close up of a logo&#10;&#10;Description automatically generated" id="427" name="Google Shape;427;g3e23138d502_0_12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97713" y="2082682"/>
            <a:ext cx="785754" cy="78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29" name="Google Shape;429;g3e23138d502_0_12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e23138d502_0_1214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cxnSp>
        <p:nvCxnSpPr>
          <p:cNvPr id="431" name="Google Shape;431;g3e23138d502_0_1214"/>
          <p:cNvCxnSpPr/>
          <p:nvPr/>
        </p:nvCxnSpPr>
        <p:spPr>
          <a:xfrm>
            <a:off x="0" y="3776425"/>
            <a:ext cx="12192000" cy="0"/>
          </a:xfrm>
          <a:prstGeom prst="straightConnector1">
            <a:avLst/>
          </a:prstGeom>
          <a:noFill/>
          <a:ln cap="flat" cmpd="sng" w="16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g3e23138d502_0_1214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33" name="Google Shape;433;g3e23138d502_0_1214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w/ Images Layout">
  <p:cSld name="Timeline w/ Images Layout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35" name="Google Shape;435;g3e23138d502_0_12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e23138d502_0_1220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37" name="Google Shape;437;g3e23138d502_0_122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38" name="Google Shape;438;g3e23138d502_0_122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cxnSp>
        <p:nvCxnSpPr>
          <p:cNvPr id="439" name="Google Shape;439;g3e23138d502_0_1220"/>
          <p:cNvCxnSpPr/>
          <p:nvPr/>
        </p:nvCxnSpPr>
        <p:spPr>
          <a:xfrm>
            <a:off x="0" y="4172373"/>
            <a:ext cx="12192000" cy="0"/>
          </a:xfrm>
          <a:prstGeom prst="straightConnector1">
            <a:avLst/>
          </a:prstGeom>
          <a:noFill/>
          <a:ln cap="flat" cmpd="sng" w="169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g3e23138d502_0_1220"/>
          <p:cNvSpPr/>
          <p:nvPr>
            <p:ph idx="2" type="pic"/>
          </p:nvPr>
        </p:nvSpPr>
        <p:spPr>
          <a:xfrm>
            <a:off x="368300" y="2942951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e23138d502_0_1220"/>
          <p:cNvSpPr txBox="1"/>
          <p:nvPr>
            <p:ph idx="3" type="body"/>
          </p:nvPr>
        </p:nvSpPr>
        <p:spPr>
          <a:xfrm>
            <a:off x="368300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2" name="Google Shape;442;g3e23138d502_0_1220"/>
          <p:cNvSpPr txBox="1"/>
          <p:nvPr>
            <p:ph idx="4" type="body"/>
          </p:nvPr>
        </p:nvSpPr>
        <p:spPr>
          <a:xfrm>
            <a:off x="368300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3" name="Google Shape;443;g3e23138d502_0_1220"/>
          <p:cNvSpPr txBox="1"/>
          <p:nvPr>
            <p:ph idx="5" type="body"/>
          </p:nvPr>
        </p:nvSpPr>
        <p:spPr>
          <a:xfrm>
            <a:off x="368300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4" name="Google Shape;444;g3e23138d502_0_1220"/>
          <p:cNvSpPr/>
          <p:nvPr>
            <p:ph idx="6" type="pic"/>
          </p:nvPr>
        </p:nvSpPr>
        <p:spPr>
          <a:xfrm>
            <a:off x="2717799" y="4005352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e23138d502_0_1220"/>
          <p:cNvSpPr txBox="1"/>
          <p:nvPr>
            <p:ph idx="7" type="body"/>
          </p:nvPr>
        </p:nvSpPr>
        <p:spPr>
          <a:xfrm>
            <a:off x="2717799" y="3474295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6" name="Google Shape;446;g3e23138d502_0_1220"/>
          <p:cNvSpPr txBox="1"/>
          <p:nvPr>
            <p:ph idx="8" type="body"/>
          </p:nvPr>
        </p:nvSpPr>
        <p:spPr>
          <a:xfrm>
            <a:off x="2717799" y="3711597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7" name="Google Shape;447;g3e23138d502_0_1220"/>
          <p:cNvSpPr txBox="1"/>
          <p:nvPr>
            <p:ph idx="9" type="body"/>
          </p:nvPr>
        </p:nvSpPr>
        <p:spPr>
          <a:xfrm>
            <a:off x="2717799" y="3226719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48" name="Google Shape;448;g3e23138d502_0_1220"/>
          <p:cNvSpPr/>
          <p:nvPr>
            <p:ph idx="13" type="pic"/>
          </p:nvPr>
        </p:nvSpPr>
        <p:spPr>
          <a:xfrm>
            <a:off x="5054598" y="2942951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e23138d502_0_1220"/>
          <p:cNvSpPr txBox="1"/>
          <p:nvPr>
            <p:ph idx="14" type="body"/>
          </p:nvPr>
        </p:nvSpPr>
        <p:spPr>
          <a:xfrm>
            <a:off x="5054598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0" name="Google Shape;450;g3e23138d502_0_1220"/>
          <p:cNvSpPr txBox="1"/>
          <p:nvPr>
            <p:ph idx="15" type="body"/>
          </p:nvPr>
        </p:nvSpPr>
        <p:spPr>
          <a:xfrm>
            <a:off x="5054598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1" name="Google Shape;451;g3e23138d502_0_1220"/>
          <p:cNvSpPr txBox="1"/>
          <p:nvPr>
            <p:ph idx="16" type="body"/>
          </p:nvPr>
        </p:nvSpPr>
        <p:spPr>
          <a:xfrm>
            <a:off x="5054598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2" name="Google Shape;452;g3e23138d502_0_1220"/>
          <p:cNvSpPr/>
          <p:nvPr>
            <p:ph idx="17" type="pic"/>
          </p:nvPr>
        </p:nvSpPr>
        <p:spPr>
          <a:xfrm>
            <a:off x="7404099" y="4005352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e23138d502_0_1220"/>
          <p:cNvSpPr txBox="1"/>
          <p:nvPr>
            <p:ph idx="18" type="body"/>
          </p:nvPr>
        </p:nvSpPr>
        <p:spPr>
          <a:xfrm>
            <a:off x="7404099" y="3474295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4" name="Google Shape;454;g3e23138d502_0_1220"/>
          <p:cNvSpPr txBox="1"/>
          <p:nvPr>
            <p:ph idx="19" type="body"/>
          </p:nvPr>
        </p:nvSpPr>
        <p:spPr>
          <a:xfrm>
            <a:off x="7404099" y="3711597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5" name="Google Shape;455;g3e23138d502_0_1220"/>
          <p:cNvSpPr txBox="1"/>
          <p:nvPr>
            <p:ph idx="20" type="body"/>
          </p:nvPr>
        </p:nvSpPr>
        <p:spPr>
          <a:xfrm>
            <a:off x="7404099" y="3226719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6" name="Google Shape;456;g3e23138d502_0_1220"/>
          <p:cNvSpPr/>
          <p:nvPr>
            <p:ph idx="21" type="pic"/>
          </p:nvPr>
        </p:nvSpPr>
        <p:spPr>
          <a:xfrm>
            <a:off x="9766301" y="2942951"/>
            <a:ext cx="2057400" cy="1403100"/>
          </a:xfrm>
          <a:prstGeom prst="rect">
            <a:avLst/>
          </a:prstGeom>
          <a:solidFill>
            <a:schemeClr val="lt2"/>
          </a:solidFill>
          <a:ln cap="flat" cmpd="sng" w="31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e23138d502_0_1220"/>
          <p:cNvSpPr txBox="1"/>
          <p:nvPr>
            <p:ph idx="22" type="body"/>
          </p:nvPr>
        </p:nvSpPr>
        <p:spPr>
          <a:xfrm>
            <a:off x="9766301" y="2411894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VIDIA Sans"/>
              <a:buNone/>
              <a:defRPr b="0" i="0" sz="1300" u="none" cap="none" strike="noStrike">
                <a:solidFill>
                  <a:schemeClr val="lt1"/>
                </a:solidFill>
                <a:latin typeface="NVIDIA Sans Medium"/>
                <a:ea typeface="NVIDIA Sans Medium"/>
                <a:cs typeface="NVIDIA Sans Medium"/>
                <a:sym typeface="NVIDIA Sans Medium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8" name="Google Shape;458;g3e23138d502_0_1220"/>
          <p:cNvSpPr txBox="1"/>
          <p:nvPr>
            <p:ph idx="23" type="body"/>
          </p:nvPr>
        </p:nvSpPr>
        <p:spPr>
          <a:xfrm>
            <a:off x="9766301" y="2649196"/>
            <a:ext cx="20574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VIDIA Sans"/>
              <a:buNone/>
              <a:defRPr b="0" i="0" sz="9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  <p:sp>
        <p:nvSpPr>
          <p:cNvPr id="459" name="Google Shape;459;g3e23138d502_0_1220"/>
          <p:cNvSpPr txBox="1"/>
          <p:nvPr>
            <p:ph idx="24" type="body"/>
          </p:nvPr>
        </p:nvSpPr>
        <p:spPr>
          <a:xfrm>
            <a:off x="9766301" y="2164318"/>
            <a:ext cx="2057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0" i="0" sz="2400" u="none" cap="none" strike="noStrike">
                <a:solidFill>
                  <a:schemeClr val="lt1"/>
                </a:solidFill>
                <a:latin typeface="NVIDIA Sans Light"/>
                <a:ea typeface="NVIDIA Sans Light"/>
                <a:cs typeface="NVIDIA Sans Light"/>
                <a:sym typeface="NVIDIA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VIDIA Sans"/>
              <a:buNone/>
              <a:defRPr b="1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x_Timeline">
  <p:cSld name="Complex_Timeline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61" name="Google Shape;461;g3e23138d502_0_12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g3e23138d502_0_1246"/>
          <p:cNvSpPr/>
          <p:nvPr/>
        </p:nvSpPr>
        <p:spPr>
          <a:xfrm>
            <a:off x="0" y="2321305"/>
            <a:ext cx="12192000" cy="4536600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63" name="Google Shape;463;g3e23138d502_0_1246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64" name="Google Shape;464;g3e23138d502_0_1246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mo - Image Layout">
  <p:cSld name="1_Demo - Image Layout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g3e23138d502_0_12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e23138d502_0_125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- Insert Video Layout">
  <p:cSld name="Demo - Insert Video Layout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23138d502_0_12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5225" lIns="30475" spcFirstLastPara="1" rIns="30475" wrap="square" tIns="152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470" name="Google Shape;470;g3e23138d502_0_1254"/>
          <p:cNvSpPr/>
          <p:nvPr>
            <p:ph idx="2" type="media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1402075" lIns="30475" spcFirstLastPara="1" rIns="30475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VIDIA Sans"/>
              <a:buNone/>
              <a:defRPr b="1" i="0" sz="28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VIDIA Sans"/>
              <a:buChar char="•"/>
              <a:defRPr b="0" i="0" sz="24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VIDIA Sans"/>
              <a:buChar char="•"/>
              <a:defRPr b="0" i="0" sz="20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and white background&#10;&#10;Description automatically generated" id="472" name="Google Shape;472;g3e23138d502_0_12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s, logo, symbol, graphic design&#10;&#10;Description automatically generated" id="473" name="Google Shape;473;g3e23138d502_0_1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042" y="257844"/>
            <a:ext cx="2788663" cy="96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">
  <p:cSld name="Title, Subtitl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23138d502_0_1260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sz="2400" cap="none"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/>
            </a:lvl9pPr>
          </a:lstStyle>
          <a:p/>
        </p:txBody>
      </p:sp>
      <p:sp>
        <p:nvSpPr>
          <p:cNvPr id="476" name="Google Shape;476;g3e23138d502_0_1260"/>
          <p:cNvSpPr txBox="1"/>
          <p:nvPr>
            <p:ph idx="1" type="body"/>
          </p:nvPr>
        </p:nvSpPr>
        <p:spPr>
          <a:xfrm>
            <a:off x="838200" y="829056"/>
            <a:ext cx="10515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VIDIA Sans"/>
              <a:buNone/>
              <a:defRPr b="0" i="0" sz="1600" u="none" cap="none" strike="noStrike">
                <a:solidFill>
                  <a:schemeClr val="dk2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VIDIA Sans"/>
              <a:buNone/>
              <a:defRPr b="0" i="0" sz="15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VIDIA Sans"/>
              <a:buChar char="•"/>
              <a:defRPr b="0" i="0" sz="18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32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79cdef50ac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279cdef50ac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279cdef50ac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3138d502_0_853"/>
          <p:cNvSpPr txBox="1"/>
          <p:nvPr>
            <p:ph type="title"/>
          </p:nvPr>
        </p:nvSpPr>
        <p:spPr>
          <a:xfrm>
            <a:off x="838200" y="0"/>
            <a:ext cx="1051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VIDIA Sans"/>
              <a:buNone/>
              <a:defRPr b="1" i="0" sz="2400" u="none" cap="none" strike="noStrik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500"/>
              <a:buNone/>
              <a:defRPr sz="600"/>
            </a:lvl9pPr>
          </a:lstStyle>
          <a:p/>
        </p:txBody>
      </p:sp>
      <p:grpSp>
        <p:nvGrpSpPr>
          <p:cNvPr id="69" name="Google Shape;69;g3e23138d502_0_853"/>
          <p:cNvGrpSpPr/>
          <p:nvPr/>
        </p:nvGrpSpPr>
        <p:grpSpPr>
          <a:xfrm>
            <a:off x="11352664" y="6500821"/>
            <a:ext cx="838101" cy="357602"/>
            <a:chOff x="34061399" y="19504414"/>
            <a:chExt cx="2514553" cy="1072912"/>
          </a:xfrm>
        </p:grpSpPr>
        <p:sp>
          <p:nvSpPr>
            <p:cNvPr id="70" name="Google Shape;70;g3e23138d502_0_853"/>
            <p:cNvSpPr/>
            <p:nvPr/>
          </p:nvSpPr>
          <p:spPr>
            <a:xfrm>
              <a:off x="36420552" y="19687526"/>
              <a:ext cx="155400" cy="8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5225" lIns="30475" spcFirstLastPara="1" rIns="30475" wrap="square" tIns="15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chemeClr val="dk1"/>
                </a:solidFill>
                <a:latin typeface="NVIDIA Sans"/>
                <a:ea typeface="NVIDIA Sans"/>
                <a:cs typeface="NVIDIA Sans"/>
                <a:sym typeface="NVIDIA Sans"/>
              </a:endParaRPr>
            </a:p>
          </p:txBody>
        </p:sp>
        <p:pic>
          <p:nvPicPr>
            <p:cNvPr descr="A picture containing shape&#10;&#10;Description automatically generated" id="71" name="Google Shape;71;g3e23138d502_0_853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34061399" y="19504414"/>
              <a:ext cx="2003438" cy="690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hyperlink" Target="https://join.slack.com/t/indiaagentica-fy61197/shared_invite/zt-3y5o0mhrm-vttWxctIJ7IuaMxXrQa77w" TargetMode="External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23138d502_0_3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India Agentic AI Open Hackathon</a:t>
            </a:r>
            <a:endParaRPr/>
          </a:p>
        </p:txBody>
      </p:sp>
      <p:sp>
        <p:nvSpPr>
          <p:cNvPr id="483" name="Google Shape;483;g3e23138d502_0_3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>TEAM NAME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>&lt; CHOSEN TRACK &gt;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84" name="Google Shape;484;g3e23138d502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g3e23138d502_0_8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e23138d502_0_846"/>
          <p:cNvSpPr txBox="1"/>
          <p:nvPr>
            <p:ph idx="4294967295" type="ctrTitle"/>
          </p:nvPr>
        </p:nvSpPr>
        <p:spPr>
          <a:xfrm>
            <a:off x="1065178" y="762950"/>
            <a:ext cx="8527800" cy="42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i="0" lang="en-US" sz="1400">
                <a:latin typeface="Arial"/>
                <a:ea typeface="Arial"/>
                <a:cs typeface="Arial"/>
                <a:sym typeface="Arial"/>
              </a:rPr>
              <a:t>Contents:</a:t>
            </a:r>
            <a:endParaRPr b="1"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Team introduction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AI Use-case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-US" sz="1400"/>
              <a:t>Tech Stack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i="0" lang="en-US" sz="1400">
                <a:latin typeface="Arial"/>
                <a:ea typeface="Arial"/>
                <a:cs typeface="Arial"/>
                <a:sym typeface="Arial"/>
              </a:rPr>
              <a:t>Roadmap</a:t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b="1" i="0" lang="en-US" sz="1400">
                <a:latin typeface="Arial"/>
                <a:ea typeface="Arial"/>
                <a:cs typeface="Arial"/>
                <a:sym typeface="Arial"/>
              </a:rPr>
              <a:t>Instructions: </a:t>
            </a:r>
            <a:endParaRPr b="1"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Teams can use more than one slide per section.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Teams should restrict the total number of slides to a maximum of 15.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Teams can add optional points which they believe would support their application. 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i="1" lang="en-US" sz="1400"/>
              <a:t>Please submit the presentations prior to the application deadline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-US" sz="1400"/>
              <a:t>Keep it simple and to the point for the reviewers to make judgement.</a:t>
            </a:r>
            <a:endParaRPr i="1" sz="14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t/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0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23138d502_0_1314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TEAM INTRODUCTION</a:t>
            </a:r>
            <a:endParaRPr/>
          </a:p>
        </p:txBody>
      </p:sp>
      <p:sp>
        <p:nvSpPr>
          <p:cNvPr id="498" name="Google Shape;498;g3e23138d502_0_1314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SKILLSET / EXPERIENCE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99" name="Google Shape;499;g3e23138d502_0_1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g3e23138d502_0_1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e23138d502_0_1272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e23138d502_0_1272"/>
          <p:cNvSpPr txBox="1"/>
          <p:nvPr/>
        </p:nvSpPr>
        <p:spPr>
          <a:xfrm>
            <a:off x="1006468" y="48284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Skillset / Experience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508" name="Google Shape;508;g3e23138d502_0_1272"/>
          <p:cNvSpPr txBox="1"/>
          <p:nvPr/>
        </p:nvSpPr>
        <p:spPr>
          <a:xfrm>
            <a:off x="1186650" y="1323325"/>
            <a:ext cx="9818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provide details of your organisation.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about the team’s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skill set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respect to </a:t>
            </a:r>
            <a:r>
              <a:rPr lang="en-US">
                <a:solidFill>
                  <a:srgbClr val="000000"/>
                </a:solidFill>
              </a:rPr>
              <a:t>Agentic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Tools/Frameworks.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about your team’s current AI deployment setup.(Ex: NIMs, OpenAI API etc.)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-US">
                <a:solidFill>
                  <a:srgbClr val="000000"/>
                </a:solidFill>
              </a:rPr>
              <a:t>Have you worked with any NVIDIA agentic and model training libraries? (eg: NeMo, MegtronBridge, Nemo Agent Toolkit etc)</a:t>
            </a:r>
            <a:endParaRPr>
              <a:solidFill>
                <a:srgbClr val="00000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Kindly provide your past experiences (if any) of participating in AI Hackathons.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23138d502_0_1321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AI Use Case</a:t>
            </a:r>
            <a:endParaRPr/>
          </a:p>
        </p:txBody>
      </p:sp>
      <p:sp>
        <p:nvSpPr>
          <p:cNvPr id="515" name="Google Shape;515;g3e23138d502_0_1321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Expand on your project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16" name="Google Shape;516;g3e23138d502_0_13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g3e23138d502_0_1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e23138d502_0_1283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23138d502_0_1283"/>
          <p:cNvSpPr txBox="1"/>
          <p:nvPr/>
        </p:nvSpPr>
        <p:spPr>
          <a:xfrm>
            <a:off x="1006468" y="482849"/>
            <a:ext cx="70344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AI Use Case: Expand on your Project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525" name="Google Shape;525;g3e23138d502_0_1283"/>
          <p:cNvSpPr txBox="1"/>
          <p:nvPr/>
        </p:nvSpPr>
        <p:spPr>
          <a:xfrm>
            <a:off x="1186650" y="1323325"/>
            <a:ext cx="981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(Details of </a:t>
            </a:r>
            <a:r>
              <a:rPr lang="en-US">
                <a:solidFill>
                  <a:srgbClr val="000000"/>
                </a:solidFill>
              </a:rPr>
              <a:t>Project: Be as descriptive as you want to be.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000000"/>
                </a:solidFill>
              </a:rPr>
              <a:t>Project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Title -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mention title name as submitted in the 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000000"/>
                </a:solidFill>
              </a:rPr>
              <a:t>Project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Description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-US">
                <a:solidFill>
                  <a:srgbClr val="000000"/>
                </a:solidFill>
              </a:rPr>
              <a:t>Project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Motivation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Kindly explain if you are currently working on this or a similar </a:t>
            </a:r>
            <a:r>
              <a:rPr lang="en-US">
                <a:solidFill>
                  <a:srgbClr val="000000"/>
                </a:solidFill>
              </a:rPr>
              <a:t>project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your organisation and why it matters to you.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for training and inferencing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details of existing /planned dataset.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Specify the scale (eg. number of documents, size in GB, number of tokens)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Clearly mention the license of all datasets you plan to use.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achieved -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Optional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 the details of your experiments and accuracy so far.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6" name="Google Shape;526;g3e23138d502_0_1283"/>
          <p:cNvGraphicFramePr/>
          <p:nvPr/>
        </p:nvGraphicFramePr>
        <p:xfrm>
          <a:off x="9276875" y="35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{5D3FFA9B-246F-4C0F-8591-A0DC39B6F5D1}</a:tableStyleId>
              </a:tblPr>
              <a:tblGrid>
                <a:gridCol w="1125950"/>
                <a:gridCol w="1125950"/>
              </a:tblGrid>
              <a:tr h="96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TRACK</a:t>
                      </a:r>
                      <a:endParaRPr b="1" sz="21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100">
                          <a:solidFill>
                            <a:srgbClr val="FF0000"/>
                          </a:solidFill>
                        </a:rPr>
                        <a:t>A/B/C</a:t>
                      </a:r>
                      <a:endParaRPr sz="2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23138d502_0_1328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Tech Stack</a:t>
            </a:r>
            <a:endParaRPr/>
          </a:p>
        </p:txBody>
      </p:sp>
      <p:sp>
        <p:nvSpPr>
          <p:cNvPr id="533" name="Google Shape;533;g3e23138d502_0_1328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>Strategy for building/improving your project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34" name="Google Shape;534;g3e23138d502_0_13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g3e23138d502_0_12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3e23138d502_0_1296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e23138d502_0_1296"/>
          <p:cNvSpPr txBox="1"/>
          <p:nvPr/>
        </p:nvSpPr>
        <p:spPr>
          <a:xfrm>
            <a:off x="1221698" y="1431561"/>
            <a:ext cx="9818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Points to be covered in slide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 experience in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Generative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Agent</a:t>
            </a:r>
            <a:r>
              <a:rPr b="1" lang="en-US"/>
              <a:t>ic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Tools, Libraries and Frameworks.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tools and/or AI frameworks are currently / planned to be used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similar work you encountered and took motivation from the literature?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Kindly list the NVIDIA SDKs and Tools you plan to use to solve the problem.   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you perform model training (fine tuning)?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(Inference 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steps need to be/ are done differently to develop and deploy your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Explain the potential bottlenecks of your proposed/ current solution.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23138d502_0_1337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Road Map</a:t>
            </a:r>
            <a:endParaRPr/>
          </a:p>
        </p:txBody>
      </p:sp>
      <p:sp>
        <p:nvSpPr>
          <p:cNvPr id="549" name="Google Shape;549;g3e23138d502_0_1337"/>
          <p:cNvSpPr txBox="1"/>
          <p:nvPr>
            <p:ph idx="1" type="subTitle"/>
          </p:nvPr>
        </p:nvSpPr>
        <p:spPr>
          <a:xfrm>
            <a:off x="504333" y="264724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Ideas for further improvement of the solution.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50" name="Google Shape;550;g3e23138d502_0_13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e23138d502_0_13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e23138d502_0_1305"/>
          <p:cNvSpPr txBox="1"/>
          <p:nvPr/>
        </p:nvSpPr>
        <p:spPr>
          <a:xfrm>
            <a:off x="1221698" y="2323475"/>
            <a:ext cx="97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e23138d502_0_1305"/>
          <p:cNvSpPr txBox="1"/>
          <p:nvPr/>
        </p:nvSpPr>
        <p:spPr>
          <a:xfrm>
            <a:off x="1221698" y="1431561"/>
            <a:ext cx="98187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specify the areas where you would like to seek mentor support.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the long term goals for improvement of your </a:t>
            </a:r>
            <a:r>
              <a:rPr lang="en-US">
                <a:solidFill>
                  <a:srgbClr val="000000"/>
                </a:solidFill>
              </a:rPr>
              <a:t>project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Address the key limitations of your </a:t>
            </a:r>
            <a:r>
              <a:rPr lang="en-US">
                <a:solidFill>
                  <a:srgbClr val="000000"/>
                </a:solidFill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project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Explain your ideas to overcome and improve on the limitations.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rbe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23138d502_0_1344"/>
          <p:cNvSpPr txBox="1"/>
          <p:nvPr>
            <p:ph type="ctrTitle"/>
          </p:nvPr>
        </p:nvSpPr>
        <p:spPr>
          <a:xfrm>
            <a:off x="504337" y="994526"/>
            <a:ext cx="6427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NVIDIA Sans"/>
              <a:buNone/>
            </a:pPr>
            <a:r>
              <a:rPr lang="en-US"/>
              <a:t>Need Help? Contact Us!!</a:t>
            </a:r>
            <a:endParaRPr/>
          </a:p>
        </p:txBody>
      </p:sp>
      <p:pic>
        <p:nvPicPr>
          <p:cNvPr id="565" name="Google Shape;565;g3e23138d502_0_13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26" y="6105425"/>
            <a:ext cx="1980568" cy="5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e23138d502_0_1344"/>
          <p:cNvSpPr txBox="1"/>
          <p:nvPr>
            <p:ph idx="1" type="subTitle"/>
          </p:nvPr>
        </p:nvSpPr>
        <p:spPr>
          <a:xfrm>
            <a:off x="504333" y="2881692"/>
            <a:ext cx="806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225" lIns="30475" spcFirstLastPara="1" rIns="30475" wrap="square" tIns="152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n-US">
                <a:solidFill>
                  <a:schemeClr val="dk1"/>
                </a:solidFill>
              </a:rPr>
              <a:t>Join the Slack Workspace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here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7" name="Google Shape;567;g3e23138d502_0_1344" title="slack_workspace_qr_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051" y="3084024"/>
            <a:ext cx="3079775" cy="30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2019-09-28T12:46:47Z</dcterms:created>
  <dc:creator>Nidhiya V Raj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nidhiyar@nvidia.com</vt:lpwstr>
  </property>
  <property fmtid="{D5CDD505-2E9C-101B-9397-08002B2CF9AE}" pid="5" name="MSIP_Label_6b558183-044c-4105-8d9c-cea02a2a3d86_SetDate">
    <vt:lpwstr>2019-09-28T14:20:52.5765701Z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ActionId">
    <vt:lpwstr>a107ad97-cbad-4e34-83f0-e134e89e228c</vt:lpwstr>
  </property>
  <property fmtid="{D5CDD505-2E9C-101B-9397-08002B2CF9AE}" pid="9" name="MSIP_Label_6b558183-044c-4105-8d9c-cea02a2a3d86_Extended_MSFT_Method">
    <vt:lpwstr>Automatic</vt:lpwstr>
  </property>
  <property fmtid="{D5CDD505-2E9C-101B-9397-08002B2CF9AE}" pid="10" name="Sensitivity">
    <vt:lpwstr>Unrestricted</vt:lpwstr>
  </property>
  <property fmtid="{D5CDD505-2E9C-101B-9397-08002B2CF9AE}" pid="11" name="ContentTypeId">
    <vt:lpwstr>0x0101006F0A470EEB1140E7AA14F4CE8A50B54C0001CB1477F4DD432AA86DD56CC3887AF400571D2A426BF4BD44854A199F0CB95243</vt:lpwstr>
  </property>
  <property fmtid="{D5CDD505-2E9C-101B-9397-08002B2CF9AE}" pid="12" name="SAEFSecurityClassification">
    <vt:lpwstr>1;#Confidential|e4bc29b2-6e76-48cc-b090-8b544c0802ae</vt:lpwstr>
  </property>
</Properties>
</file>