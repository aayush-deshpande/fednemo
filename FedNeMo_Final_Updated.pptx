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18"/>
  </p:notesMasterIdLst>
  <p:sldIdLst>
    <p:sldId id="256" r:id="rId3"/>
    <p:sldId id="257" r:id="rId4"/>
    <p:sldId id="259" r:id="rId6"/>
    <p:sldId id="261" r:id="rId8"/>
    <p:sldId id="267" r:id="rId9"/>
    <p:sldId id="268" r:id="rId10"/>
    <p:sldId id="269" r:id="rId11"/>
    <p:sldId id="263" r:id="rId13"/>
    <p:sldId id="270" r:id="rId14"/>
    <p:sldId id="265" r:id="rId16"/>
    <p:sldId id="266" r:id="rId17"/>
  </p:sldIdLst>
  <p:sldSz cx="12192000" cy="6858000"/>
  <p:notesSz cx="6858000" cy="9144000"/>
  <p:embeddedFontLst>
    <p:embeddedFont>
      <p:font typeface="Corbel" panose="020B0503020204020204" pitchFamily="34" charset="0"/>
      <p:regular r:id="rId19"/>
      <p:bold r:id="rId20"/>
      <p:italic r:id="rId21"/>
      <p:boldItalic r:id="rId22"/>
    </p:embeddedFont>
    <p:embeddedFont>
      <p:font typeface="NVIDIA Sans" panose="020B0604020202020204" charset="0"/>
      <p:regular r:id="rId23"/>
      <p:bold r:id="rId24"/>
      <p:italic r:id="rId25"/>
      <p:boldItalic r:id="rId26"/>
    </p:embeddedFont>
    <p:embeddedFont>
      <p:font typeface="NVIDIA Sans Light" panose="020B0604020202020204" charset="0"/>
      <p:regular r:id="rId27"/>
      <p:bold r:id="rId28"/>
      <p:italic r:id="rId29"/>
      <p:boldItalic r:id="rId30"/>
    </p:embeddedFont>
    <p:embeddedFont>
      <p:font typeface="NVIDIA Sans Medium" panose="020B0604020202020204" charset="0"/>
      <p:regular r:id="rId31"/>
      <p:bold r:id="rId32"/>
      <p:italic r:id="rId33"/>
      <p:boldItalic r:id="rId34"/>
    </p:embeddedFont>
    <p:embeddedFont>
      <p:font typeface="Roboto Mono" panose="020F050202020403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ghv931YB61QTuEPt4dJZuYIlS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3FFA9B-246F-4C0F-8591-A0DC39B6F5D1}">
  <a:tblStyle styleId="{5D3FFA9B-246F-4C0F-8591-A0DC39B6F5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font" Target="fonts/font9.fntdata"/><Relationship Id="rId28" Type="http://schemas.openxmlformats.org/officeDocument/2006/relationships/font" Target="fonts/font10.fntdata"/><Relationship Id="rId29" Type="http://schemas.openxmlformats.org/officeDocument/2006/relationships/font" Target="fonts/font11.fntdata"/><Relationship Id="rId30" Type="http://schemas.openxmlformats.org/officeDocument/2006/relationships/font" Target="fonts/font12.fntdata"/><Relationship Id="rId31" Type="http://schemas.openxmlformats.org/officeDocument/2006/relationships/font" Target="fonts/font13.fntdata"/><Relationship Id="rId32" Type="http://schemas.openxmlformats.org/officeDocument/2006/relationships/font" Target="fonts/font14.fntdata"/><Relationship Id="rId33" Type="http://schemas.openxmlformats.org/officeDocument/2006/relationships/font" Target="fonts/font15.fntdata"/><Relationship Id="rId34" Type="http://schemas.openxmlformats.org/officeDocument/2006/relationships/font" Target="fonts/font16.fntdata"/><Relationship Id="rId35" Type="http://schemas.openxmlformats.org/officeDocument/2006/relationships/font" Target="fonts/font17.fntdata"/><Relationship Id="rId36" Type="http://schemas.openxmlformats.org/officeDocument/2006/relationships/font" Target="fonts/font18.fntdata"/><Relationship Id="rId37" Type="http://schemas.openxmlformats.org/officeDocument/2006/relationships/font" Target="fonts/font19.fntdata"/><Relationship Id="rId38" Type="http://schemas.openxmlformats.org/officeDocument/2006/relationships/font" Target="fonts/font20.fntdata"/><Relationship Id="rId39" Type="http://customschemas.google.com/relationships/presentationmetadata" Target="meta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e23138d502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g3e23138d502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g3e23138d502_0_3: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e23138d502_0_8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3e23138d502_0_8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g3e23138d502_0_846: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e23138d502_0_1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g3e23138d502_0_13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3e23138d502_0_1314: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e23138d502_0_1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e23138d502_0_12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g3e23138d502_0_1272: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e23138d502_0_1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g3e23138d502_0_13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g3e23138d502_0_1321: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e23138d502_0_12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e23138d502_0_12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t>Teams are recommended to be as much descriptive as possible and highlight the methodology clearly. </a:t>
            </a:r>
            <a:endParaRPr/>
          </a:p>
          <a:p>
            <a:pPr marL="0" lvl="0" indent="0" algn="l" rtl="0">
              <a:spcBef>
                <a:spcPts val="0"/>
              </a:spcBef>
              <a:spcAft>
                <a:spcPts val="0"/>
              </a:spcAft>
              <a:buClr>
                <a:schemeClr val="dk1"/>
              </a:buClr>
              <a:buSzPts val="1400"/>
              <a:buFont typeface="Arial"/>
              <a:buNone/>
            </a:pPr>
            <a:r>
              <a:rPr lang="en-US"/>
              <a:t>Teams are recommended to expand on this topic and use as many slides as you prefer.</a:t>
            </a:r>
            <a:endParaRPr/>
          </a:p>
        </p:txBody>
      </p:sp>
      <p:sp>
        <p:nvSpPr>
          <p:cNvPr id="520" name="Google Shape;520;g3e23138d502_0_1283: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e23138d502_0_13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g3e23138d502_0_13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g3e23138d502_0_1328: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e23138d502_0_1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e23138d502_0_12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g3e23138d502_0_1296: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e23138d502_0_1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g3e23138d502_0_13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g3e23138d502_0_1337: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e23138d502_0_1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3e23138d502_0_13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t>Teams are recommended to be as much descriptive as possible. </a:t>
            </a:r>
            <a:endParaRPr/>
          </a:p>
          <a:p>
            <a:pPr marL="0" lvl="0" indent="0" algn="l" rtl="0">
              <a:spcBef>
                <a:spcPts val="0"/>
              </a:spcBef>
              <a:spcAft>
                <a:spcPts val="0"/>
              </a:spcAft>
              <a:buClr>
                <a:schemeClr val="dk1"/>
              </a:buClr>
              <a:buSzPts val="1400"/>
              <a:buFont typeface="Arial"/>
              <a:buNone/>
            </a:pPr>
            <a:r>
              <a:rPr lang="en-US"/>
              <a:t>Teams are recommended to expand on this topic and use as many slides as you prefer.</a:t>
            </a:r>
            <a:endParaRPr/>
          </a:p>
          <a:p>
            <a:pPr marL="0" lvl="0" indent="0" algn="l" rtl="0">
              <a:spcBef>
                <a:spcPts val="0"/>
              </a:spcBef>
              <a:spcAft>
                <a:spcPts val="0"/>
              </a:spcAft>
              <a:buNone/>
            </a:pPr>
            <a:endParaRPr/>
          </a:p>
        </p:txBody>
      </p:sp>
      <p:sp>
        <p:nvSpPr>
          <p:cNvPr id="554" name="Google Shape;554;g3e23138d502_0_1305: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e23138d502_0_13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g3e23138d502_0_13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g3e23138d502_0_1344: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1_Title Slide ">
  <p:cSld name="11_Title Slide ">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g279cdef50ac_0_45"/>
          <p:cNvPicPr preferRelativeResize="0"/>
          <p:nvPr/>
        </p:nvPicPr>
        <p:blipFill rotWithShape="1">
          <a:blip r:embed="rId3">
            <a:alphaModFix/>
          </a:blip>
          <a:srcRect/>
          <a:stretch/>
        </p:blipFill>
        <p:spPr>
          <a:xfrm>
            <a:off x="0" y="0"/>
            <a:ext cx="12191998" cy="6858000"/>
          </a:xfrm>
          <a:prstGeom prst="rect">
            <a:avLst/>
          </a:prstGeom>
          <a:noFill/>
          <a:ln>
            <a:noFill/>
          </a:ln>
        </p:spPr>
      </p:pic>
      <p:sp>
        <p:nvSpPr>
          <p:cNvPr id="15" name="Google Shape;15;g279cdef50ac_0_45"/>
          <p:cNvSpPr txBox="1">
            <a:spLocks noGrp="1"/>
          </p:cNvSpPr>
          <p:nvPr>
            <p:ph type="subTitle" idx="1"/>
          </p:nvPr>
        </p:nvSpPr>
        <p:spPr>
          <a:xfrm>
            <a:off x="481821" y="2611098"/>
            <a:ext cx="9969600" cy="410400"/>
          </a:xfrm>
          <a:prstGeom prst="rect">
            <a:avLst/>
          </a:prstGeom>
          <a:noFill/>
          <a:ln>
            <a:noFill/>
          </a:ln>
        </p:spPr>
        <p:txBody>
          <a:bodyPr spcFirstLastPara="1" wrap="square" lIns="101575" tIns="50775" rIns="101575" bIns="50775" anchor="t" anchorCtr="0">
            <a:noAutofit/>
          </a:bodyPr>
          <a:lstStyle>
            <a:lvl1pPr lvl="0" algn="l">
              <a:lnSpc>
                <a:spcPct val="90000"/>
              </a:lnSpc>
              <a:spcBef>
                <a:spcPts val="700"/>
              </a:spcBef>
              <a:spcAft>
                <a:spcPts val="0"/>
              </a:spcAft>
              <a:buSzPts val="2200"/>
              <a:buFont typeface="Arial"/>
              <a:buNone/>
              <a:defRPr sz="2200" b="0">
                <a:solidFill>
                  <a:schemeClr val="lt1"/>
                </a:solidFill>
                <a:latin typeface="Arial"/>
                <a:ea typeface="Arial"/>
                <a:cs typeface="Arial"/>
                <a:sym typeface="Arial"/>
              </a:defRPr>
            </a:lvl1pPr>
            <a:lvl2pPr lvl="1" algn="l">
              <a:lnSpc>
                <a:spcPct val="90000"/>
              </a:lnSpc>
              <a:spcBef>
                <a:spcPts val="1000"/>
              </a:spcBef>
              <a:spcAft>
                <a:spcPts val="0"/>
              </a:spcAft>
              <a:buSzPts val="2000"/>
              <a:buChar char="▪"/>
              <a:defRPr/>
            </a:lvl2pPr>
            <a:lvl3pPr lvl="2" algn="l">
              <a:lnSpc>
                <a:spcPct val="90000"/>
              </a:lnSpc>
              <a:spcBef>
                <a:spcPts val="1000"/>
              </a:spcBef>
              <a:spcAft>
                <a:spcPts val="0"/>
              </a:spcAft>
              <a:buSzPts val="2000"/>
              <a:buChar char="▪"/>
              <a:defRPr/>
            </a:lvl3pPr>
            <a:lvl4pPr lvl="3" algn="l">
              <a:lnSpc>
                <a:spcPct val="100000"/>
              </a:lnSpc>
              <a:spcBef>
                <a:spcPts val="1000"/>
              </a:spcBef>
              <a:spcAft>
                <a:spcPts val="0"/>
              </a:spcAft>
              <a:buClr>
                <a:schemeClr val="dk2"/>
              </a:buClr>
              <a:buSzPts val="2000"/>
              <a:buChar char="–"/>
              <a:defRPr/>
            </a:lvl4pPr>
            <a:lvl5pPr lvl="4" algn="l">
              <a:lnSpc>
                <a:spcPct val="100000"/>
              </a:lnSpc>
              <a:spcBef>
                <a:spcPts val="400"/>
              </a:spcBef>
              <a:spcAft>
                <a:spcPts val="0"/>
              </a:spcAft>
              <a:buClr>
                <a:schemeClr val="dk2"/>
              </a:buClr>
              <a:buSzPts val="2000"/>
              <a:buChar char="»"/>
              <a:defRPr/>
            </a:lvl5pPr>
            <a:lvl6pPr lvl="5" algn="l">
              <a:lnSpc>
                <a:spcPct val="100000"/>
              </a:lnSpc>
              <a:spcBef>
                <a:spcPts val="400"/>
              </a:spcBef>
              <a:spcAft>
                <a:spcPts val="0"/>
              </a:spcAft>
              <a:buClr>
                <a:schemeClr val="dk2"/>
              </a:buClr>
              <a:buSzPts val="2000"/>
              <a:buChar char="»"/>
              <a:defRPr/>
            </a:lvl6pPr>
            <a:lvl7pPr lvl="6" algn="l">
              <a:lnSpc>
                <a:spcPct val="100000"/>
              </a:lnSpc>
              <a:spcBef>
                <a:spcPts val="400"/>
              </a:spcBef>
              <a:spcAft>
                <a:spcPts val="0"/>
              </a:spcAft>
              <a:buClr>
                <a:schemeClr val="dk2"/>
              </a:buClr>
              <a:buSzPts val="2000"/>
              <a:buChar char="»"/>
              <a:defRPr/>
            </a:lvl7pPr>
            <a:lvl8pPr lvl="7" algn="l">
              <a:lnSpc>
                <a:spcPct val="100000"/>
              </a:lnSpc>
              <a:spcBef>
                <a:spcPts val="400"/>
              </a:spcBef>
              <a:spcAft>
                <a:spcPts val="0"/>
              </a:spcAft>
              <a:buClr>
                <a:schemeClr val="dk2"/>
              </a:buClr>
              <a:buSzPts val="2000"/>
              <a:buChar char="»"/>
              <a:defRPr/>
            </a:lvl8pPr>
            <a:lvl9pPr lvl="8" algn="l">
              <a:lnSpc>
                <a:spcPct val="100000"/>
              </a:lnSpc>
              <a:spcBef>
                <a:spcPts val="400"/>
              </a:spcBef>
              <a:spcAft>
                <a:spcPts val="0"/>
              </a:spcAft>
              <a:buClr>
                <a:schemeClr val="dk2"/>
              </a:buClr>
              <a:buSzPts val="2000"/>
              <a:buChar char="»"/>
              <a:defRPr/>
            </a:lvl9pPr>
          </a:lstStyle>
          <a:p>
            <a:endParaRPr/>
          </a:p>
        </p:txBody>
      </p:sp>
      <p:sp>
        <p:nvSpPr>
          <p:cNvPr id="16" name="Google Shape;16;g279cdef50ac_0_45"/>
          <p:cNvSpPr txBox="1">
            <a:spLocks noGrp="1"/>
          </p:cNvSpPr>
          <p:nvPr>
            <p:ph type="title"/>
          </p:nvPr>
        </p:nvSpPr>
        <p:spPr>
          <a:xfrm>
            <a:off x="481821" y="1019091"/>
            <a:ext cx="9969600" cy="1577400"/>
          </a:xfrm>
          <a:prstGeom prst="rect">
            <a:avLst/>
          </a:prstGeom>
          <a:noFill/>
          <a:ln>
            <a:noFill/>
          </a:ln>
        </p:spPr>
        <p:txBody>
          <a:bodyPr spcFirstLastPara="1" wrap="square" lIns="101575" tIns="50775" rIns="101575" bIns="50775" anchor="b" anchorCtr="0">
            <a:noAutofit/>
          </a:bodyPr>
          <a:lstStyle>
            <a:lvl1pPr lvl="0" algn="l">
              <a:lnSpc>
                <a:spcPct val="90000"/>
              </a:lnSpc>
              <a:spcBef>
                <a:spcPts val="0"/>
              </a:spcBef>
              <a:spcAft>
                <a:spcPts val="0"/>
              </a:spcAft>
              <a:buSzPts val="1600"/>
              <a:buNone/>
              <a:defRPr sz="5800" b="0" cap="none">
                <a:solidFill>
                  <a:schemeClr val="lt1"/>
                </a:solidFill>
                <a:latin typeface="Arial"/>
                <a:ea typeface="Arial"/>
                <a:cs typeface="Arial"/>
                <a:sym typeface="Aria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a:endParaRPr/>
          </a:p>
        </p:txBody>
      </p:sp>
      <p:grpSp>
        <p:nvGrpSpPr>
          <p:cNvPr id="17" name="Google Shape;17;g279cdef50ac_0_45"/>
          <p:cNvGrpSpPr/>
          <p:nvPr/>
        </p:nvGrpSpPr>
        <p:grpSpPr>
          <a:xfrm>
            <a:off x="-31192" y="0"/>
            <a:ext cx="207765" cy="6857939"/>
            <a:chOff x="311342" y="0"/>
            <a:chExt cx="401400" cy="6172207"/>
          </a:xfrm>
        </p:grpSpPr>
        <p:sp>
          <p:nvSpPr>
            <p:cNvPr id="18" name="Google Shape;18;g279cdef50ac_0_45"/>
            <p:cNvSpPr/>
            <p:nvPr/>
          </p:nvSpPr>
          <p:spPr>
            <a:xfrm>
              <a:off x="311342" y="4638907"/>
              <a:ext cx="401400" cy="1533300"/>
            </a:xfrm>
            <a:prstGeom prst="rect">
              <a:avLst/>
            </a:prstGeom>
            <a:solidFill>
              <a:srgbClr val="F1562D"/>
            </a:solidFill>
            <a:ln>
              <a:noFill/>
            </a:ln>
          </p:spPr>
          <p:txBody>
            <a:bodyPr spcFirstLastPara="1" wrap="square" lIns="101575" tIns="50775" rIns="101575" bIns="507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9" name="Google Shape;19;g279cdef50ac_0_45"/>
            <p:cNvSpPr/>
            <p:nvPr/>
          </p:nvSpPr>
          <p:spPr>
            <a:xfrm>
              <a:off x="311342" y="0"/>
              <a:ext cx="401400" cy="5346300"/>
            </a:xfrm>
            <a:prstGeom prst="rect">
              <a:avLst/>
            </a:prstGeom>
            <a:solidFill>
              <a:srgbClr val="298EC2"/>
            </a:solidFill>
            <a:ln>
              <a:noFill/>
            </a:ln>
          </p:spPr>
          <p:txBody>
            <a:bodyPr spcFirstLastPara="1" wrap="square" lIns="101575" tIns="50775" rIns="101575" bIns="507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pic>
        <p:nvPicPr>
          <p:cNvPr id="20" name="Google Shape;20;g279cdef50ac_0_45"/>
          <p:cNvPicPr preferRelativeResize="0"/>
          <p:nvPr/>
        </p:nvPicPr>
        <p:blipFill rotWithShape="1">
          <a:blip r:embed="rId4">
            <a:alphaModFix/>
          </a:blip>
          <a:srcRect/>
          <a:stretch/>
        </p:blipFill>
        <p:spPr>
          <a:xfrm>
            <a:off x="425379" y="5885384"/>
            <a:ext cx="1926036" cy="714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279cdef50ac_0_4"/>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23" name="Google Shape;23;g279cdef50ac_0_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4" name="Google Shape;24;g279cdef50ac_0_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g279cdef50ac_0_8"/>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7" name="Google Shape;27;g279cdef50ac_0_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g279cdef50ac_0_1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0" name="Google Shape;30;g279cdef50ac_0_1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31" name="Google Shape;31;g279cdef50ac_0_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g279cdef50ac_0_1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4" name="Google Shape;34;g279cdef50ac_0_15"/>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5" name="Google Shape;35;g279cdef50ac_0_15"/>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6" name="Google Shape;36;g279cdef50ac_0_1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g279cdef50ac_0_2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9" name="Google Shape;39;g279cdef50ac_0_2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g279cdef50ac_0_23"/>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42" name="Google Shape;42;g279cdef50ac_0_23"/>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43" name="Google Shape;43;g279cdef50ac_0_2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sp>
        <p:nvSpPr>
          <p:cNvPr id="45" name="Google Shape;45;g279cdef50ac_0_27"/>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46" name="Google Shape;46;g279cdef50ac_0_2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g279cdef50ac_0_3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g279cdef50ac_0_30"/>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50" name="Google Shape;50;g279cdef50ac_0_30"/>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1" name="Google Shape;51;g279cdef50ac_0_30"/>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52" name="Google Shape;52;g279cdef50ac_0_3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g279cdef50ac_0_36"/>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55" name="Google Shape;55;g279cdef50ac_0_3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6"/>
        <p:cNvGrpSpPr/>
        <p:nvPr/>
      </p:nvGrpSpPr>
      <p:grpSpPr>
        <a:xfrm>
          <a:off x="0" y="0"/>
          <a:ext cx="0" cy="0"/>
          <a:chOff x="0" y="0"/>
          <a:chExt cx="0" cy="0"/>
        </a:xfrm>
      </p:grpSpPr>
      <p:sp>
        <p:nvSpPr>
          <p:cNvPr id="57" name="Google Shape;57;g279cdef50ac_0_39"/>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8" name="Google Shape;58;g279cdef50ac_0_39"/>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9" name="Google Shape;59;g279cdef50ac_0_3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g279cdef50ac_0_4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2"/>
        <p:cNvGrpSpPr/>
        <p:nvPr/>
      </p:nvGrpSpPr>
      <p:grpSpPr>
        <a:xfrm>
          <a:off x="0" y="0"/>
          <a:ext cx="0" cy="0"/>
          <a:chOff x="0" y="0"/>
          <a:chExt cx="0" cy="0"/>
        </a:xfrm>
      </p:grpSpPr>
      <p:pic>
        <p:nvPicPr>
          <p:cNvPr id="63" name="Google Shape;63;g3e23138d502_0_420"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pic>
        <p:nvPicPr>
          <p:cNvPr id="64" name="Google Shape;64;g3e23138d502_0_420" descr="A picture containing graphics, logo, symbol, graphic design&#10;&#10;Description automatically generated"/>
          <p:cNvPicPr preferRelativeResize="0"/>
          <p:nvPr/>
        </p:nvPicPr>
        <p:blipFill rotWithShape="1">
          <a:blip r:embed="rId3">
            <a:alphaModFix/>
          </a:blip>
          <a:srcRect/>
          <a:stretch/>
        </p:blipFill>
        <p:spPr>
          <a:xfrm>
            <a:off x="272042" y="257844"/>
            <a:ext cx="2788663" cy="960771"/>
          </a:xfrm>
          <a:prstGeom prst="rect">
            <a:avLst/>
          </a:prstGeom>
          <a:noFill/>
          <a:ln>
            <a:noFill/>
          </a:ln>
        </p:spPr>
      </p:pic>
      <p:sp>
        <p:nvSpPr>
          <p:cNvPr id="65" name="Google Shape;65;g3e23138d502_0_420"/>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0"/>
              </a:spcBef>
              <a:spcAft>
                <a:spcPts val="0"/>
              </a:spcAft>
              <a:buClr>
                <a:schemeClr val="lt1"/>
              </a:buClr>
              <a:buSzPts val="2900"/>
              <a:buFont typeface="NVIDIA Sans"/>
              <a:buNone/>
              <a:defRPr sz="2900" b="1" cap="none">
                <a:latin typeface="NVIDIA Sans"/>
                <a:ea typeface="NVIDIA Sans"/>
                <a:cs typeface="NVIDIA Sans"/>
                <a:sym typeface="NVIDIA Sans"/>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66" name="Google Shape;66;g3e23138d502_0_420"/>
          <p:cNvSpPr txBox="1">
            <a:spLocks noGrp="1"/>
          </p:cNvSpPr>
          <p:nvPr>
            <p:ph type="subTitle" idx="1"/>
          </p:nvPr>
        </p:nvSpPr>
        <p:spPr>
          <a:xfrm>
            <a:off x="504337" y="2647242"/>
            <a:ext cx="6427500" cy="567900"/>
          </a:xfrm>
          <a:prstGeom prst="rect">
            <a:avLst/>
          </a:prstGeom>
          <a:noFill/>
          <a:ln>
            <a:noFill/>
          </a:ln>
        </p:spPr>
        <p:txBody>
          <a:bodyPr spcFirstLastPara="1" wrap="square" lIns="30475" tIns="15225" rIns="30475" bIns="15225" anchor="t" anchorCtr="0">
            <a:normAutofit/>
          </a:bodyPr>
          <a:lstStyle>
            <a:lvl1pPr marR="0" lvl="0" algn="l">
              <a:lnSpc>
                <a:spcPct val="90000"/>
              </a:lnSpc>
              <a:spcBef>
                <a:spcPts val="1000"/>
              </a:spcBef>
              <a:spcAft>
                <a:spcPts val="0"/>
              </a:spcAft>
              <a:buClr>
                <a:schemeClr val="lt1"/>
              </a:buClr>
              <a:buSzPts val="1500"/>
              <a:buFont typeface="NVIDIA Sans"/>
              <a:buNone/>
              <a:defRPr sz="1500" b="0" i="0" u="none" strike="noStrike" cap="none">
                <a:solidFill>
                  <a:schemeClr val="lt1"/>
                </a:solidFill>
                <a:latin typeface="NVIDIA Sans"/>
                <a:ea typeface="NVIDIA Sans"/>
                <a:cs typeface="NVIDIA Sans"/>
                <a:sym typeface="NVIDIA Sans"/>
              </a:defRPr>
            </a:lvl1pPr>
            <a:lvl2pPr marR="0" lvl="1" algn="ctr">
              <a:lnSpc>
                <a:spcPct val="90000"/>
              </a:lnSpc>
              <a:spcBef>
                <a:spcPts val="500"/>
              </a:spcBef>
              <a:spcAft>
                <a:spcPts val="0"/>
              </a:spcAft>
              <a:buClr>
                <a:schemeClr val="dk1"/>
              </a:buClr>
              <a:buSzPts val="2000"/>
              <a:buFont typeface="NVIDIA Sans"/>
              <a:buNone/>
              <a:defRPr sz="2000" b="0" i="0" u="none" strike="noStrike" cap="none">
                <a:solidFill>
                  <a:schemeClr val="dk1"/>
                </a:solidFill>
                <a:latin typeface="NVIDIA Sans"/>
                <a:ea typeface="NVIDIA Sans"/>
                <a:cs typeface="NVIDIA Sans"/>
                <a:sym typeface="NVIDIA Sans"/>
              </a:defRPr>
            </a:lvl2pPr>
            <a:lvl3pPr marR="0" lvl="2" algn="ctr">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3pPr>
            <a:lvl4pPr marR="0" lvl="3"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4pPr>
            <a:lvl5pPr marR="0" lvl="4"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5pPr>
            <a:lvl6pPr marR="0" lvl="5"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6pPr>
            <a:lvl7pPr marR="0" lvl="6"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7pPr>
            <a:lvl8pPr marR="0" lvl="7"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8pPr>
            <a:lvl9pPr marR="0" lvl="8"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ansition">
  <p:cSld name="Transition">
    <p:spTree>
      <p:nvGrpSpPr>
        <p:cNvPr id="1" name="Shape 72"/>
        <p:cNvGrpSpPr/>
        <p:nvPr/>
      </p:nvGrpSpPr>
      <p:grpSpPr>
        <a:xfrm>
          <a:off x="0" y="0"/>
          <a:ext cx="0" cy="0"/>
          <a:chOff x="0" y="0"/>
          <a:chExt cx="0" cy="0"/>
        </a:xfrm>
      </p:grpSpPr>
      <p:pic>
        <p:nvPicPr>
          <p:cNvPr id="73" name="Google Shape;73;g3e23138d502_0_858" descr="A close-up of green and white&#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74" name="Google Shape;74;g3e23138d502_0_858"/>
          <p:cNvSpPr txBox="1">
            <a:spLocks noGrp="1"/>
          </p:cNvSpPr>
          <p:nvPr>
            <p:ph type="body" idx="1"/>
          </p:nvPr>
        </p:nvSpPr>
        <p:spPr>
          <a:xfrm>
            <a:off x="491289" y="621745"/>
            <a:ext cx="6159000" cy="1981200"/>
          </a:xfrm>
          <a:prstGeom prst="rect">
            <a:avLst/>
          </a:prstGeom>
          <a:noFill/>
          <a:ln>
            <a:noFill/>
          </a:ln>
        </p:spPr>
        <p:txBody>
          <a:bodyPr spcFirstLastPara="1" wrap="square" lIns="30475" tIns="15225" rIns="30475" bIns="15225" anchor="b" anchorCtr="0">
            <a:noAutofit/>
          </a:bodyPr>
          <a:lstStyle>
            <a:lvl1pPr marL="457200" marR="0" lvl="0" indent="-228600" algn="l">
              <a:lnSpc>
                <a:spcPct val="90000"/>
              </a:lnSpc>
              <a:spcBef>
                <a:spcPts val="0"/>
              </a:spcBef>
              <a:spcAft>
                <a:spcPts val="0"/>
              </a:spcAft>
              <a:buClr>
                <a:schemeClr val="lt1"/>
              </a:buClr>
              <a:buSzPts val="3000"/>
              <a:buFont typeface="NVIDIA Sans"/>
              <a:buNone/>
              <a:defRPr sz="3000" b="1"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2700"/>
              <a:buFont typeface="NVIDIA Sans"/>
              <a:buNone/>
              <a:defRPr sz="27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2700"/>
              <a:buFont typeface="NVIDIA Sans"/>
              <a:buNone/>
              <a:defRPr sz="27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2700"/>
              <a:buFont typeface="NVIDIA Sans"/>
              <a:buNone/>
              <a:defRPr sz="27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2700"/>
              <a:buFont typeface="NVIDIA Sans"/>
              <a:buNone/>
              <a:defRPr sz="27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5" name="Google Shape;75;g3e23138d502_0_858"/>
          <p:cNvSpPr/>
          <p:nvPr/>
        </p:nvSpPr>
        <p:spPr>
          <a:xfrm>
            <a:off x="0" y="0"/>
            <a:ext cx="189000" cy="24993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nt Testing Layout">
  <p:cSld name="Font Testing Layout">
    <p:spTree>
      <p:nvGrpSpPr>
        <p:cNvPr id="1" name="Shape 76"/>
        <p:cNvGrpSpPr/>
        <p:nvPr/>
      </p:nvGrpSpPr>
      <p:grpSpPr>
        <a:xfrm>
          <a:off x="0" y="0"/>
          <a:ext cx="0" cy="0"/>
          <a:chOff x="0" y="0"/>
          <a:chExt cx="0" cy="0"/>
        </a:xfrm>
      </p:grpSpPr>
      <p:sp>
        <p:nvSpPr>
          <p:cNvPr id="77" name="Google Shape;77;g3e23138d502_0_862"/>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78" name="Google Shape;78;g3e23138d502_0_862"/>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9" name="Google Shape;79;g3e23138d502_0_862"/>
          <p:cNvSpPr txBox="1">
            <a:spLocks noGrp="1"/>
          </p:cNvSpPr>
          <p:nvPr>
            <p:ph type="body" idx="2"/>
          </p:nvPr>
        </p:nvSpPr>
        <p:spPr>
          <a:xfrm>
            <a:off x="838200" y="1615440"/>
            <a:ext cx="105156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0" name="Google Shape;80;g3e23138d502_0_862"/>
          <p:cNvSpPr/>
          <p:nvPr/>
        </p:nvSpPr>
        <p:spPr>
          <a:xfrm>
            <a:off x="5000307" y="3518841"/>
            <a:ext cx="3673500" cy="2497500"/>
          </a:xfrm>
          <a:prstGeom prst="rect">
            <a:avLst/>
          </a:prstGeom>
          <a:solidFill>
            <a:schemeClr val="dk2"/>
          </a:solidFill>
          <a:ln>
            <a:noFill/>
          </a:ln>
        </p:spPr>
        <p:txBody>
          <a:bodyPr spcFirstLastPara="1" wrap="square" lIns="30475" tIns="15225" rIns="30475" bIns="15225" anchor="b" anchorCtr="0">
            <a:noAutofit/>
          </a:bodyPr>
          <a:lstStyle/>
          <a:p>
            <a:pPr marL="0" marR="0" lvl="0" indent="0" algn="ctr" rtl="0">
              <a:lnSpc>
                <a:spcPct val="90000"/>
              </a:lnSpc>
              <a:spcBef>
                <a:spcPts val="0"/>
              </a:spcBef>
              <a:spcAft>
                <a:spcPts val="0"/>
              </a:spcAft>
              <a:buNone/>
            </a:pPr>
            <a:endParaRPr sz="3200" b="1" i="0" u="none" strike="noStrike" cap="none">
              <a:solidFill>
                <a:schemeClr val="dk1"/>
              </a:solidFill>
              <a:latin typeface="NVIDIA Sans"/>
              <a:ea typeface="NVIDIA Sans"/>
              <a:cs typeface="NVIDIA Sans"/>
              <a:sym typeface="NVIDIA Sans"/>
            </a:endParaRPr>
          </a:p>
        </p:txBody>
      </p:sp>
      <p:pic>
        <p:nvPicPr>
          <p:cNvPr id="81" name="Google Shape;81;g3e23138d502_0_862"/>
          <p:cNvPicPr preferRelativeResize="0"/>
          <p:nvPr/>
        </p:nvPicPr>
        <p:blipFill rotWithShape="1">
          <a:blip r:embed="rId2">
            <a:alphaModFix/>
          </a:blip>
          <a:srcRect/>
          <a:stretch/>
        </p:blipFill>
        <p:spPr>
          <a:xfrm>
            <a:off x="1029141" y="3518841"/>
            <a:ext cx="3674172" cy="2621506"/>
          </a:xfrm>
          <a:prstGeom prst="rect">
            <a:avLst/>
          </a:prstGeom>
          <a:noFill/>
          <a:ln>
            <a:noFill/>
          </a:ln>
        </p:spPr>
      </p:pic>
      <p:sp>
        <p:nvSpPr>
          <p:cNvPr id="82" name="Google Shape;82;g3e23138d502_0_862"/>
          <p:cNvSpPr txBox="1">
            <a:spLocks noGrp="1"/>
          </p:cNvSpPr>
          <p:nvPr>
            <p:ph type="body" idx="3"/>
          </p:nvPr>
        </p:nvSpPr>
        <p:spPr>
          <a:xfrm>
            <a:off x="5317265" y="3713813"/>
            <a:ext cx="3090900" cy="8502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10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3" name="Google Shape;83;g3e23138d502_0_862"/>
          <p:cNvSpPr txBox="1">
            <a:spLocks noGrp="1"/>
          </p:cNvSpPr>
          <p:nvPr>
            <p:ph type="body" idx="4"/>
          </p:nvPr>
        </p:nvSpPr>
        <p:spPr>
          <a:xfrm>
            <a:off x="5317265" y="4576671"/>
            <a:ext cx="3090900" cy="8502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1000"/>
              </a:spcBef>
              <a:spcAft>
                <a:spcPts val="0"/>
              </a:spcAft>
              <a:buClr>
                <a:schemeClr val="dk2"/>
              </a:buClr>
              <a:buSzPts val="3200"/>
              <a:buFont typeface="NVIDIA Sans"/>
              <a:buNone/>
              <a:defRPr sz="32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2"/>
              </a:buClr>
              <a:buSzPts val="3200"/>
              <a:buFont typeface="NVIDIA Sans"/>
              <a:buNone/>
              <a:defRPr sz="32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84"/>
        <p:cNvGrpSpPr/>
        <p:nvPr/>
      </p:nvGrpSpPr>
      <p:grpSpPr>
        <a:xfrm>
          <a:off x="0" y="0"/>
          <a:ext cx="0" cy="0"/>
          <a:chOff x="0" y="0"/>
          <a:chExt cx="0" cy="0"/>
        </a:xfrm>
      </p:grpSpPr>
      <p:sp>
        <p:nvSpPr>
          <p:cNvPr id="85" name="Google Shape;85;g3e23138d502_0_87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86" name="Google Shape;86;g3e23138d502_0_870"/>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7" name="Google Shape;87;g3e23138d502_0_870"/>
          <p:cNvSpPr txBox="1">
            <a:spLocks noGrp="1"/>
          </p:cNvSpPr>
          <p:nvPr>
            <p:ph type="body" idx="2"/>
          </p:nvPr>
        </p:nvSpPr>
        <p:spPr>
          <a:xfrm>
            <a:off x="838200" y="1615440"/>
            <a:ext cx="105156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ext Left NO SUBTITLE - Image Right">
  <p:cSld name="Text Left NO SUBTITLE - Image Right">
    <p:spTree>
      <p:nvGrpSpPr>
        <p:cNvPr id="1" name="Shape 88"/>
        <p:cNvGrpSpPr/>
        <p:nvPr/>
      </p:nvGrpSpPr>
      <p:grpSpPr>
        <a:xfrm>
          <a:off x="0" y="0"/>
          <a:ext cx="0" cy="0"/>
          <a:chOff x="0" y="0"/>
          <a:chExt cx="0" cy="0"/>
        </a:xfrm>
      </p:grpSpPr>
      <p:sp>
        <p:nvSpPr>
          <p:cNvPr id="89" name="Google Shape;89;g3e23138d502_0_874"/>
          <p:cNvSpPr/>
          <p:nvPr/>
        </p:nvSpPr>
        <p:spPr>
          <a:xfrm>
            <a:off x="10988040" y="6309360"/>
            <a:ext cx="1203900" cy="5487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sp>
        <p:nvSpPr>
          <p:cNvPr id="90" name="Google Shape;90;g3e23138d502_0_874"/>
          <p:cNvSpPr txBox="1">
            <a:spLocks noGrp="1"/>
          </p:cNvSpPr>
          <p:nvPr>
            <p:ph type="title"/>
          </p:nvPr>
        </p:nvSpPr>
        <p:spPr>
          <a:xfrm>
            <a:off x="865632" y="406259"/>
            <a:ext cx="48798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91" name="Google Shape;91;g3e23138d502_0_874"/>
          <p:cNvSpPr txBox="1">
            <a:spLocks noGrp="1"/>
          </p:cNvSpPr>
          <p:nvPr>
            <p:ph type="body" idx="1"/>
          </p:nvPr>
        </p:nvSpPr>
        <p:spPr>
          <a:xfrm>
            <a:off x="865632" y="2329397"/>
            <a:ext cx="4879800" cy="37818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grpSp>
        <p:nvGrpSpPr>
          <p:cNvPr id="92" name="Google Shape;92;g3e23138d502_0_874"/>
          <p:cNvGrpSpPr/>
          <p:nvPr/>
        </p:nvGrpSpPr>
        <p:grpSpPr>
          <a:xfrm>
            <a:off x="0" y="6500821"/>
            <a:ext cx="776779" cy="360986"/>
            <a:chOff x="0" y="19504414"/>
            <a:chExt cx="2330569" cy="1083065"/>
          </a:xfrm>
        </p:grpSpPr>
        <p:sp>
          <p:nvSpPr>
            <p:cNvPr id="93" name="Google Shape;93;g3e23138d502_0_874"/>
            <p:cNvSpPr/>
            <p:nvPr/>
          </p:nvSpPr>
          <p:spPr>
            <a:xfrm>
              <a:off x="0" y="19697679"/>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pic>
          <p:nvPicPr>
            <p:cNvPr id="94" name="Google Shape;94;g3e23138d502_0_874"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95" name="Google Shape;95;g3e23138d502_0_874"/>
          <p:cNvCxnSpPr/>
          <p:nvPr/>
        </p:nvCxnSpPr>
        <p:spPr>
          <a:xfrm>
            <a:off x="0" y="1897743"/>
            <a:ext cx="5745600" cy="0"/>
          </a:xfrm>
          <a:prstGeom prst="straightConnector1">
            <a:avLst/>
          </a:prstGeom>
          <a:noFill/>
          <a:ln w="10575" cap="flat" cmpd="sng">
            <a:solidFill>
              <a:schemeClr val="accent5"/>
            </a:solidFill>
            <a:prstDash val="solid"/>
            <a:round/>
            <a:headEnd type="none" w="sm" len="sm"/>
            <a:tailEnd type="none" w="sm" len="sm"/>
          </a:ln>
        </p:spPr>
      </p:cxnSp>
      <p:sp>
        <p:nvSpPr>
          <p:cNvPr id="96" name="Google Shape;96;g3e23138d502_0_874"/>
          <p:cNvSpPr>
            <a:spLocks noGrp="1"/>
          </p:cNvSpPr>
          <p:nvPr>
            <p:ph type="pic" idx="2"/>
          </p:nvPr>
        </p:nvSpPr>
        <p:spPr>
          <a:xfrm>
            <a:off x="6720946" y="0"/>
            <a:ext cx="54711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 Right - Text Left">
  <p:cSld name="Image Right - Text Left">
    <p:spTree>
      <p:nvGrpSpPr>
        <p:cNvPr id="1" name="Shape 97"/>
        <p:cNvGrpSpPr/>
        <p:nvPr/>
      </p:nvGrpSpPr>
      <p:grpSpPr>
        <a:xfrm>
          <a:off x="0" y="0"/>
          <a:ext cx="0" cy="0"/>
          <a:chOff x="0" y="0"/>
          <a:chExt cx="0" cy="0"/>
        </a:xfrm>
      </p:grpSpPr>
      <p:sp>
        <p:nvSpPr>
          <p:cNvPr id="98" name="Google Shape;98;g3e23138d502_0_883"/>
          <p:cNvSpPr/>
          <p:nvPr/>
        </p:nvSpPr>
        <p:spPr>
          <a:xfrm>
            <a:off x="10988040" y="6309360"/>
            <a:ext cx="1203900" cy="5487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sp>
        <p:nvSpPr>
          <p:cNvPr id="99" name="Google Shape;99;g3e23138d502_0_883"/>
          <p:cNvSpPr>
            <a:spLocks noGrp="1"/>
          </p:cNvSpPr>
          <p:nvPr>
            <p:ph type="pic" idx="2"/>
          </p:nvPr>
        </p:nvSpPr>
        <p:spPr>
          <a:xfrm>
            <a:off x="6720946" y="0"/>
            <a:ext cx="54711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
        <p:nvSpPr>
          <p:cNvPr id="100" name="Google Shape;100;g3e23138d502_0_883"/>
          <p:cNvSpPr txBox="1">
            <a:spLocks noGrp="1"/>
          </p:cNvSpPr>
          <p:nvPr>
            <p:ph type="title"/>
          </p:nvPr>
        </p:nvSpPr>
        <p:spPr>
          <a:xfrm>
            <a:off x="865632" y="100688"/>
            <a:ext cx="48798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01" name="Google Shape;101;g3e23138d502_0_883"/>
          <p:cNvSpPr txBox="1">
            <a:spLocks noGrp="1"/>
          </p:cNvSpPr>
          <p:nvPr>
            <p:ph type="body" idx="1"/>
          </p:nvPr>
        </p:nvSpPr>
        <p:spPr>
          <a:xfrm>
            <a:off x="865632" y="2329397"/>
            <a:ext cx="4879800" cy="37818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2" name="Google Shape;102;g3e23138d502_0_883"/>
          <p:cNvSpPr txBox="1">
            <a:spLocks noGrp="1"/>
          </p:cNvSpPr>
          <p:nvPr>
            <p:ph type="body" idx="3"/>
          </p:nvPr>
        </p:nvSpPr>
        <p:spPr>
          <a:xfrm>
            <a:off x="865632" y="1243923"/>
            <a:ext cx="4879800" cy="4695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20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grpSp>
        <p:nvGrpSpPr>
          <p:cNvPr id="103" name="Google Shape;103;g3e23138d502_0_883"/>
          <p:cNvGrpSpPr/>
          <p:nvPr/>
        </p:nvGrpSpPr>
        <p:grpSpPr>
          <a:xfrm>
            <a:off x="0" y="6500821"/>
            <a:ext cx="776779" cy="360986"/>
            <a:chOff x="0" y="19504414"/>
            <a:chExt cx="2330569" cy="1083065"/>
          </a:xfrm>
        </p:grpSpPr>
        <p:sp>
          <p:nvSpPr>
            <p:cNvPr id="104" name="Google Shape;104;g3e23138d502_0_883"/>
            <p:cNvSpPr/>
            <p:nvPr/>
          </p:nvSpPr>
          <p:spPr>
            <a:xfrm>
              <a:off x="0" y="19697679"/>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pic>
          <p:nvPicPr>
            <p:cNvPr id="105" name="Google Shape;105;g3e23138d502_0_883"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106" name="Google Shape;106;g3e23138d502_0_883"/>
          <p:cNvCxnSpPr/>
          <p:nvPr/>
        </p:nvCxnSpPr>
        <p:spPr>
          <a:xfrm>
            <a:off x="0" y="1897743"/>
            <a:ext cx="5745600" cy="0"/>
          </a:xfrm>
          <a:prstGeom prst="straightConnector1">
            <a:avLst/>
          </a:prstGeom>
          <a:noFill/>
          <a:ln w="10575" cap="flat" cmpd="sng">
            <a:solidFill>
              <a:schemeClr val="accent5"/>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7"/>
        <p:cNvGrpSpPr/>
        <p:nvPr/>
      </p:nvGrpSpPr>
      <p:grpSpPr>
        <a:xfrm>
          <a:off x="0" y="0"/>
          <a:ext cx="0" cy="0"/>
          <a:chOff x="0" y="0"/>
          <a:chExt cx="0" cy="0"/>
        </a:xfrm>
      </p:grpSpPr>
      <p:pic>
        <p:nvPicPr>
          <p:cNvPr id="108" name="Google Shape;108;g3e23138d502_0_893"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pic>
        <p:nvPicPr>
          <p:cNvPr id="109" name="Google Shape;109;g3e23138d502_0_893" descr="A picture containing graphics, logo, symbol, graphic design&#10;&#10;Description automatically generated"/>
          <p:cNvPicPr preferRelativeResize="0"/>
          <p:nvPr/>
        </p:nvPicPr>
        <p:blipFill rotWithShape="1">
          <a:blip r:embed="rId3">
            <a:alphaModFix/>
          </a:blip>
          <a:srcRect/>
          <a:stretch/>
        </p:blipFill>
        <p:spPr>
          <a:xfrm>
            <a:off x="272042" y="257844"/>
            <a:ext cx="2788663" cy="960771"/>
          </a:xfrm>
          <a:prstGeom prst="rect">
            <a:avLst/>
          </a:prstGeom>
          <a:noFill/>
          <a:ln>
            <a:noFill/>
          </a:ln>
        </p:spPr>
      </p:pic>
      <p:sp>
        <p:nvSpPr>
          <p:cNvPr id="110" name="Google Shape;110;g3e23138d502_0_893"/>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0"/>
              </a:spcBef>
              <a:spcAft>
                <a:spcPts val="0"/>
              </a:spcAft>
              <a:buClr>
                <a:schemeClr val="lt1"/>
              </a:buClr>
              <a:buSzPts val="2900"/>
              <a:buFont typeface="NVIDIA Sans"/>
              <a:buNone/>
              <a:defRPr sz="29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11" name="Google Shape;111;g3e23138d502_0_893"/>
          <p:cNvSpPr txBox="1">
            <a:spLocks noGrp="1"/>
          </p:cNvSpPr>
          <p:nvPr>
            <p:ph type="subTitle" idx="1"/>
          </p:nvPr>
        </p:nvSpPr>
        <p:spPr>
          <a:xfrm>
            <a:off x="504337" y="2647242"/>
            <a:ext cx="6427500" cy="567900"/>
          </a:xfrm>
          <a:prstGeom prst="rect">
            <a:avLst/>
          </a:prstGeom>
          <a:noFill/>
          <a:ln>
            <a:noFill/>
          </a:ln>
        </p:spPr>
        <p:txBody>
          <a:bodyPr spcFirstLastPara="1" wrap="square" lIns="30475" tIns="15225" rIns="30475" bIns="15225" anchor="t" anchorCtr="0">
            <a:normAutofit/>
          </a:bodyPr>
          <a:lstStyle>
            <a:lvl1pPr marR="0" lvl="0" algn="l">
              <a:lnSpc>
                <a:spcPct val="90000"/>
              </a:lnSpc>
              <a:spcBef>
                <a:spcPts val="1000"/>
              </a:spcBef>
              <a:spcAft>
                <a:spcPts val="0"/>
              </a:spcAft>
              <a:buClr>
                <a:schemeClr val="lt1"/>
              </a:buClr>
              <a:buSzPts val="1500"/>
              <a:buFont typeface="NVIDIA Sans"/>
              <a:buNone/>
              <a:defRPr sz="1500" b="0" i="0" u="none" strike="noStrike" cap="none">
                <a:solidFill>
                  <a:schemeClr val="lt1"/>
                </a:solidFill>
                <a:latin typeface="NVIDIA Sans"/>
                <a:ea typeface="NVIDIA Sans"/>
                <a:cs typeface="NVIDIA Sans"/>
                <a:sym typeface="NVIDIA Sans"/>
              </a:defRPr>
            </a:lvl1pPr>
            <a:lvl2pPr marR="0" lvl="1" algn="ctr">
              <a:lnSpc>
                <a:spcPct val="90000"/>
              </a:lnSpc>
              <a:spcBef>
                <a:spcPts val="500"/>
              </a:spcBef>
              <a:spcAft>
                <a:spcPts val="0"/>
              </a:spcAft>
              <a:buClr>
                <a:schemeClr val="dk1"/>
              </a:buClr>
              <a:buSzPts val="2000"/>
              <a:buFont typeface="NVIDIA Sans"/>
              <a:buNone/>
              <a:defRPr sz="2000" b="0" i="0" u="none" strike="noStrike" cap="none">
                <a:solidFill>
                  <a:schemeClr val="dk1"/>
                </a:solidFill>
                <a:latin typeface="NVIDIA Sans"/>
                <a:ea typeface="NVIDIA Sans"/>
                <a:cs typeface="NVIDIA Sans"/>
                <a:sym typeface="NVIDIA Sans"/>
              </a:defRPr>
            </a:lvl2pPr>
            <a:lvl3pPr marR="0" lvl="2" algn="ctr">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3pPr>
            <a:lvl4pPr marR="0" lvl="3"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4pPr>
            <a:lvl5pPr marR="0" lvl="4"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5pPr>
            <a:lvl6pPr marR="0" lvl="5"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6pPr>
            <a:lvl7pPr marR="0" lvl="6"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7pPr>
            <a:lvl8pPr marR="0" lvl="7"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8pPr>
            <a:lvl9pPr marR="0" lvl="8" algn="ctr">
              <a:lnSpc>
                <a:spcPct val="90000"/>
              </a:lnSpc>
              <a:spcBef>
                <a:spcPts val="500"/>
              </a:spcBef>
              <a:spcAft>
                <a:spcPts val="0"/>
              </a:spcAft>
              <a:buClr>
                <a:schemeClr val="dk1"/>
              </a:buClr>
              <a:buSzPts val="1600"/>
              <a:buFont typeface="NVIDIA Sans"/>
              <a:buNone/>
              <a:defRPr sz="16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112"/>
        <p:cNvGrpSpPr/>
        <p:nvPr/>
      </p:nvGrpSpPr>
      <p:grpSpPr>
        <a:xfrm>
          <a:off x="0" y="0"/>
          <a:ext cx="0" cy="0"/>
          <a:chOff x="0" y="0"/>
          <a:chExt cx="0" cy="0"/>
        </a:xfrm>
      </p:grpSpPr>
      <p:sp>
        <p:nvSpPr>
          <p:cNvPr id="113" name="Google Shape;113;g3e23138d502_0_898"/>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14" name="Google Shape;114;g3e23138d502_0_898"/>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15" name="Google Shape;115;g3e23138d502_0_898"/>
          <p:cNvSpPr txBox="1">
            <a:spLocks noGrp="1"/>
          </p:cNvSpPr>
          <p:nvPr>
            <p:ph type="body" idx="2"/>
          </p:nvPr>
        </p:nvSpPr>
        <p:spPr>
          <a:xfrm>
            <a:off x="838200" y="1615440"/>
            <a:ext cx="105156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16" name="Google Shape;116;g3e23138d502_0_898"/>
          <p:cNvSpPr txBox="1"/>
          <p:nvPr/>
        </p:nvSpPr>
        <p:spPr>
          <a:xfrm>
            <a:off x="236162" y="6545262"/>
            <a:ext cx="2168100" cy="276900"/>
          </a:xfrm>
          <a:prstGeom prst="rect">
            <a:avLst/>
          </a:prstGeom>
          <a:noFill/>
          <a:ln>
            <a:noFill/>
          </a:ln>
        </p:spPr>
        <p:txBody>
          <a:bodyPr spcFirstLastPara="1" wrap="square" lIns="30475" tIns="15225" rIns="30475" bIns="15225" anchor="t" anchorCtr="0">
            <a:spAutoFit/>
          </a:bodyPr>
          <a:lstStyle/>
          <a:p>
            <a:pPr marL="0" marR="0" lvl="0" indent="0" algn="l" rtl="0">
              <a:spcBef>
                <a:spcPts val="0"/>
              </a:spcBef>
              <a:spcAft>
                <a:spcPts val="0"/>
              </a:spcAft>
              <a:buNone/>
            </a:pPr>
            <a:r>
              <a:rPr lang="en-US" sz="800" b="0" i="0" u="none" strike="noStrike" cap="none">
                <a:solidFill>
                  <a:schemeClr val="lt1"/>
                </a:solidFill>
                <a:latin typeface="NVIDIA Sans Medium"/>
                <a:ea typeface="NVIDIA Sans Medium"/>
                <a:cs typeface="NVIDIA Sans Medium"/>
                <a:sym typeface="NVIDIA Sans Medium"/>
              </a:rPr>
              <a:t>NVIDIA CONFIDENTIAL. DO NOT DISTRIBUTE.</a:t>
            </a:r>
            <a:endParaRPr sz="5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117"/>
        <p:cNvGrpSpPr/>
        <p:nvPr/>
      </p:nvGrpSpPr>
      <p:grpSpPr>
        <a:xfrm>
          <a:off x="0" y="0"/>
          <a:ext cx="0" cy="0"/>
          <a:chOff x="0" y="0"/>
          <a:chExt cx="0" cy="0"/>
        </a:xfrm>
      </p:grpSpPr>
      <p:sp>
        <p:nvSpPr>
          <p:cNvPr id="118" name="Google Shape;118;g3e23138d502_0_903"/>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19" name="Google Shape;119;g3e23138d502_0_903"/>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20" name="Google Shape;120;g3e23138d502_0_903"/>
          <p:cNvSpPr txBox="1">
            <a:spLocks noGrp="1"/>
          </p:cNvSpPr>
          <p:nvPr>
            <p:ph type="body" idx="2"/>
          </p:nvPr>
        </p:nvSpPr>
        <p:spPr>
          <a:xfrm>
            <a:off x="838200" y="1615440"/>
            <a:ext cx="50718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21" name="Google Shape;121;g3e23138d502_0_903"/>
          <p:cNvSpPr txBox="1">
            <a:spLocks noGrp="1"/>
          </p:cNvSpPr>
          <p:nvPr>
            <p:ph type="body" idx="3"/>
          </p:nvPr>
        </p:nvSpPr>
        <p:spPr>
          <a:xfrm>
            <a:off x="6281928" y="1615440"/>
            <a:ext cx="50718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FIDENTIAL_Two Column">
  <p:cSld name="CONFIDENTIAL_Two Column">
    <p:spTree>
      <p:nvGrpSpPr>
        <p:cNvPr id="1" name="Shape 122"/>
        <p:cNvGrpSpPr/>
        <p:nvPr/>
      </p:nvGrpSpPr>
      <p:grpSpPr>
        <a:xfrm>
          <a:off x="0" y="0"/>
          <a:ext cx="0" cy="0"/>
          <a:chOff x="0" y="0"/>
          <a:chExt cx="0" cy="0"/>
        </a:xfrm>
      </p:grpSpPr>
      <p:sp>
        <p:nvSpPr>
          <p:cNvPr id="123" name="Google Shape;123;g3e23138d502_0_908"/>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24" name="Google Shape;124;g3e23138d502_0_908"/>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25" name="Google Shape;125;g3e23138d502_0_908"/>
          <p:cNvSpPr txBox="1">
            <a:spLocks noGrp="1"/>
          </p:cNvSpPr>
          <p:nvPr>
            <p:ph type="body" idx="2"/>
          </p:nvPr>
        </p:nvSpPr>
        <p:spPr>
          <a:xfrm>
            <a:off x="838200" y="1615440"/>
            <a:ext cx="50718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26" name="Google Shape;126;g3e23138d502_0_908"/>
          <p:cNvSpPr txBox="1">
            <a:spLocks noGrp="1"/>
          </p:cNvSpPr>
          <p:nvPr>
            <p:ph type="body" idx="3"/>
          </p:nvPr>
        </p:nvSpPr>
        <p:spPr>
          <a:xfrm>
            <a:off x="6281928" y="1615440"/>
            <a:ext cx="50718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27" name="Google Shape;127;g3e23138d502_0_908"/>
          <p:cNvSpPr txBox="1"/>
          <p:nvPr/>
        </p:nvSpPr>
        <p:spPr>
          <a:xfrm>
            <a:off x="236162" y="6545262"/>
            <a:ext cx="2168100" cy="276900"/>
          </a:xfrm>
          <a:prstGeom prst="rect">
            <a:avLst/>
          </a:prstGeom>
          <a:noFill/>
          <a:ln>
            <a:noFill/>
          </a:ln>
        </p:spPr>
        <p:txBody>
          <a:bodyPr spcFirstLastPara="1" wrap="square" lIns="30475" tIns="15225" rIns="30475" bIns="15225" anchor="t" anchorCtr="0">
            <a:spAutoFit/>
          </a:bodyPr>
          <a:lstStyle/>
          <a:p>
            <a:pPr marL="0" marR="0" lvl="0" indent="0" algn="l" rtl="0">
              <a:spcBef>
                <a:spcPts val="0"/>
              </a:spcBef>
              <a:spcAft>
                <a:spcPts val="0"/>
              </a:spcAft>
              <a:buNone/>
            </a:pPr>
            <a:r>
              <a:rPr lang="en-US" sz="800">
                <a:solidFill>
                  <a:schemeClr val="lt1"/>
                </a:solidFill>
                <a:latin typeface="NVIDIA Sans Medium"/>
                <a:ea typeface="NVIDIA Sans Medium"/>
                <a:cs typeface="NVIDIA Sans Medium"/>
                <a:sym typeface="NVIDIA Sans Medium"/>
              </a:rPr>
              <a:t>NVIDIA CONFIDENTIAL. DO NOT DISTRIBUTE.</a:t>
            </a:r>
            <a:endParaRPr sz="5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DING_Title, Subtitle, Bullets">
  <p:cSld name="CODING_Title, Subtitle, Bullets">
    <p:spTree>
      <p:nvGrpSpPr>
        <p:cNvPr id="1" name="Shape 128"/>
        <p:cNvGrpSpPr/>
        <p:nvPr/>
      </p:nvGrpSpPr>
      <p:grpSpPr>
        <a:xfrm>
          <a:off x="0" y="0"/>
          <a:ext cx="0" cy="0"/>
          <a:chOff x="0" y="0"/>
          <a:chExt cx="0" cy="0"/>
        </a:xfrm>
      </p:grpSpPr>
      <p:sp>
        <p:nvSpPr>
          <p:cNvPr id="129" name="Google Shape;129;g3e23138d502_0_914"/>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Roboto Mono"/>
              <a:buNone/>
              <a:defRPr sz="2400" b="1" cap="none">
                <a:latin typeface="Roboto Mono"/>
                <a:ea typeface="Roboto Mono"/>
                <a:cs typeface="Roboto Mono"/>
                <a:sym typeface="Roboto Mono"/>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30" name="Google Shape;130;g3e23138d502_0_914"/>
          <p:cNvSpPr txBox="1">
            <a:spLocks noGrp="1"/>
          </p:cNvSpPr>
          <p:nvPr>
            <p:ph type="body" idx="1"/>
          </p:nvPr>
        </p:nvSpPr>
        <p:spPr>
          <a:xfrm>
            <a:off x="838200" y="1624584"/>
            <a:ext cx="105156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Roboto Mono"/>
                <a:ea typeface="Roboto Mono"/>
                <a:cs typeface="Roboto Mono"/>
                <a:sym typeface="Roboto Mono"/>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Roboto Mono"/>
                <a:ea typeface="Roboto Mono"/>
                <a:cs typeface="Roboto Mono"/>
                <a:sym typeface="Roboto Mono"/>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Roboto Mono"/>
                <a:ea typeface="Roboto Mono"/>
                <a:cs typeface="Roboto Mono"/>
                <a:sym typeface="Roboto Mono"/>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Roboto Mono"/>
                <a:ea typeface="Roboto Mono"/>
                <a:cs typeface="Roboto Mono"/>
                <a:sym typeface="Roboto Mono"/>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Roboto Mono"/>
                <a:ea typeface="Roboto Mono"/>
                <a:cs typeface="Roboto Mono"/>
                <a:sym typeface="Roboto Mono"/>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31" name="Google Shape;131;g3e23138d502_0_914"/>
          <p:cNvSpPr txBox="1">
            <a:spLocks noGrp="1"/>
          </p:cNvSpPr>
          <p:nvPr>
            <p:ph type="body" idx="2"/>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FIDENTIAL_Coding">
  <p:cSld name="CONFIDENTIAL_Coding">
    <p:spTree>
      <p:nvGrpSpPr>
        <p:cNvPr id="1" name="Shape 132"/>
        <p:cNvGrpSpPr/>
        <p:nvPr/>
      </p:nvGrpSpPr>
      <p:grpSpPr>
        <a:xfrm>
          <a:off x="0" y="0"/>
          <a:ext cx="0" cy="0"/>
          <a:chOff x="0" y="0"/>
          <a:chExt cx="0" cy="0"/>
        </a:xfrm>
      </p:grpSpPr>
      <p:sp>
        <p:nvSpPr>
          <p:cNvPr id="133" name="Google Shape;133;g3e23138d502_0_918"/>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Roboto Mono"/>
              <a:buNone/>
              <a:defRPr sz="2400" b="1" cap="none">
                <a:latin typeface="Roboto Mono"/>
                <a:ea typeface="Roboto Mono"/>
                <a:cs typeface="Roboto Mono"/>
                <a:sym typeface="Roboto Mono"/>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34" name="Google Shape;134;g3e23138d502_0_918"/>
          <p:cNvSpPr txBox="1">
            <a:spLocks noGrp="1"/>
          </p:cNvSpPr>
          <p:nvPr>
            <p:ph type="body" idx="1"/>
          </p:nvPr>
        </p:nvSpPr>
        <p:spPr>
          <a:xfrm>
            <a:off x="838200" y="1624584"/>
            <a:ext cx="10515600" cy="45507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Roboto Mono"/>
                <a:ea typeface="Roboto Mono"/>
                <a:cs typeface="Roboto Mono"/>
                <a:sym typeface="Roboto Mono"/>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Roboto Mono"/>
                <a:ea typeface="Roboto Mono"/>
                <a:cs typeface="Roboto Mono"/>
                <a:sym typeface="Roboto Mono"/>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Roboto Mono"/>
                <a:ea typeface="Roboto Mono"/>
                <a:cs typeface="Roboto Mono"/>
                <a:sym typeface="Roboto Mono"/>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Roboto Mono"/>
                <a:ea typeface="Roboto Mono"/>
                <a:cs typeface="Roboto Mono"/>
                <a:sym typeface="Roboto Mono"/>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Roboto Mono"/>
                <a:ea typeface="Roboto Mono"/>
                <a:cs typeface="Roboto Mono"/>
                <a:sym typeface="Roboto Mono"/>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35" name="Google Shape;135;g3e23138d502_0_918"/>
          <p:cNvSpPr txBox="1">
            <a:spLocks noGrp="1"/>
          </p:cNvSpPr>
          <p:nvPr>
            <p:ph type="body" idx="2"/>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36" name="Google Shape;136;g3e23138d502_0_918"/>
          <p:cNvSpPr txBox="1"/>
          <p:nvPr/>
        </p:nvSpPr>
        <p:spPr>
          <a:xfrm>
            <a:off x="236162" y="6545262"/>
            <a:ext cx="2168100" cy="276900"/>
          </a:xfrm>
          <a:prstGeom prst="rect">
            <a:avLst/>
          </a:prstGeom>
          <a:noFill/>
          <a:ln>
            <a:noFill/>
          </a:ln>
        </p:spPr>
        <p:txBody>
          <a:bodyPr spcFirstLastPara="1" wrap="square" lIns="30475" tIns="15225" rIns="30475" bIns="15225" anchor="t" anchorCtr="0">
            <a:spAutoFit/>
          </a:bodyPr>
          <a:lstStyle/>
          <a:p>
            <a:pPr marL="0" marR="0" lvl="0" indent="0" algn="l" rtl="0">
              <a:spcBef>
                <a:spcPts val="0"/>
              </a:spcBef>
              <a:spcAft>
                <a:spcPts val="0"/>
              </a:spcAft>
              <a:buNone/>
            </a:pPr>
            <a:r>
              <a:rPr lang="en-US" sz="800">
                <a:solidFill>
                  <a:schemeClr val="lt1"/>
                </a:solidFill>
                <a:latin typeface="NVIDIA Sans Medium"/>
                <a:ea typeface="NVIDIA Sans Medium"/>
                <a:cs typeface="NVIDIA Sans Medium"/>
                <a:sym typeface="NVIDIA Sans Medium"/>
              </a:rPr>
              <a:t>NVIDIA CONFIDENTIAL. DO NOT DISTRIBUTE.</a:t>
            </a:r>
            <a:endParaRPr sz="5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Agenda">
  <p:cSld name="1_Agenda">
    <p:spTree>
      <p:nvGrpSpPr>
        <p:cNvPr id="1" name="Shape 137"/>
        <p:cNvGrpSpPr/>
        <p:nvPr/>
      </p:nvGrpSpPr>
      <p:grpSpPr>
        <a:xfrm>
          <a:off x="0" y="0"/>
          <a:ext cx="0" cy="0"/>
          <a:chOff x="0" y="0"/>
          <a:chExt cx="0" cy="0"/>
        </a:xfrm>
      </p:grpSpPr>
      <p:pic>
        <p:nvPicPr>
          <p:cNvPr id="138" name="Google Shape;138;g3e23138d502_0_923" descr="A green curved lines with a bright light behind them&#10;&#10;Description automatically generated"/>
          <p:cNvPicPr preferRelativeResize="0"/>
          <p:nvPr/>
        </p:nvPicPr>
        <p:blipFill rotWithShape="1">
          <a:blip r:embed="rId2">
            <a:alphaModFix/>
          </a:blip>
          <a:srcRect l="2406" r="51138" b="921"/>
          <a:stretch/>
        </p:blipFill>
        <p:spPr>
          <a:xfrm>
            <a:off x="0" y="0"/>
            <a:ext cx="5716901" cy="6857999"/>
          </a:xfrm>
          <a:prstGeom prst="rect">
            <a:avLst/>
          </a:prstGeom>
          <a:noFill/>
          <a:ln>
            <a:noFill/>
          </a:ln>
        </p:spPr>
      </p:pic>
      <p:sp>
        <p:nvSpPr>
          <p:cNvPr id="139" name="Google Shape;139;g3e23138d502_0_923"/>
          <p:cNvSpPr/>
          <p:nvPr/>
        </p:nvSpPr>
        <p:spPr>
          <a:xfrm>
            <a:off x="0" y="0"/>
            <a:ext cx="5716800" cy="6858000"/>
          </a:xfrm>
          <a:prstGeom prst="rect">
            <a:avLst/>
          </a:prstGeom>
          <a:solidFill>
            <a:schemeClr val="dk1">
              <a:alpha val="14900"/>
            </a:schemeClr>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40" name="Google Shape;140;g3e23138d502_0_923"/>
          <p:cNvSpPr/>
          <p:nvPr/>
        </p:nvSpPr>
        <p:spPr>
          <a:xfrm>
            <a:off x="5734873" y="1798320"/>
            <a:ext cx="189000" cy="505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 LONG Layout">
  <p:cSld name="Quote - LONG Layout">
    <p:spTree>
      <p:nvGrpSpPr>
        <p:cNvPr id="1" name="Shape 141"/>
        <p:cNvGrpSpPr/>
        <p:nvPr/>
      </p:nvGrpSpPr>
      <p:grpSpPr>
        <a:xfrm>
          <a:off x="0" y="0"/>
          <a:ext cx="0" cy="0"/>
          <a:chOff x="0" y="0"/>
          <a:chExt cx="0" cy="0"/>
        </a:xfrm>
      </p:grpSpPr>
      <p:pic>
        <p:nvPicPr>
          <p:cNvPr id="142" name="Google Shape;142;g3e23138d502_0_927"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143" name="Google Shape;143;g3e23138d502_0_927"/>
          <p:cNvSpPr/>
          <p:nvPr/>
        </p:nvSpPr>
        <p:spPr>
          <a:xfrm>
            <a:off x="0" y="1381256"/>
            <a:ext cx="12192000" cy="7173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44" name="Google Shape;144;g3e23138d502_0_927"/>
          <p:cNvSpPr/>
          <p:nvPr/>
        </p:nvSpPr>
        <p:spPr>
          <a:xfrm rot="10800000" flipH="1">
            <a:off x="0" y="5089950"/>
            <a:ext cx="12192000" cy="14061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45" name="Google Shape;145;g3e23138d502_0_927"/>
          <p:cNvSpPr/>
          <p:nvPr/>
        </p:nvSpPr>
        <p:spPr>
          <a:xfrm>
            <a:off x="0" y="356077"/>
            <a:ext cx="12192000" cy="14061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46" name="Google Shape;146;g3e23138d502_0_927"/>
          <p:cNvSpPr txBox="1">
            <a:spLocks noGrp="1"/>
          </p:cNvSpPr>
          <p:nvPr>
            <p:ph type="body" idx="1"/>
          </p:nvPr>
        </p:nvSpPr>
        <p:spPr>
          <a:xfrm>
            <a:off x="2052918" y="4478187"/>
            <a:ext cx="8086200" cy="3480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500"/>
              <a:buFont typeface="NVIDIA Sans"/>
              <a:buNone/>
              <a:defRPr sz="1500" b="0" i="1" u="none" strike="noStrike" cap="none">
                <a:solidFill>
                  <a:schemeClr val="dk2"/>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4pPr>
            <a:lvl5pPr marL="2286000" marR="0" lvl="4"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47" name="Google Shape;147;g3e23138d502_0_927"/>
          <p:cNvSpPr txBox="1">
            <a:spLocks noGrp="1"/>
          </p:cNvSpPr>
          <p:nvPr>
            <p:ph type="body" idx="2"/>
          </p:nvPr>
        </p:nvSpPr>
        <p:spPr>
          <a:xfrm>
            <a:off x="2052918" y="1902069"/>
            <a:ext cx="8086200" cy="2435700"/>
          </a:xfrm>
          <a:prstGeom prst="rect">
            <a:avLst/>
          </a:prstGeom>
          <a:noFill/>
          <a:ln>
            <a:noFill/>
          </a:ln>
        </p:spPr>
        <p:txBody>
          <a:bodyPr spcFirstLastPara="1" wrap="square" lIns="30475" tIns="15225" rIns="30475" bIns="15225" anchor="ctr" anchorCtr="0">
            <a:noAutofit/>
          </a:bodyPr>
          <a:lstStyle>
            <a:lvl1pPr marL="457200" marR="0" lvl="0" indent="-228600" algn="ctr">
              <a:lnSpc>
                <a:spcPct val="90000"/>
              </a:lnSpc>
              <a:spcBef>
                <a:spcPts val="0"/>
              </a:spcBef>
              <a:spcAft>
                <a:spcPts val="0"/>
              </a:spcAft>
              <a:buClr>
                <a:schemeClr val="lt1"/>
              </a:buClr>
              <a:buSzPts val="4000"/>
              <a:buFont typeface="NVIDIA Sans"/>
              <a:buNone/>
              <a:defRPr sz="40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4pPr>
            <a:lvl5pPr marL="2286000" marR="0" lvl="4"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48" name="Google Shape;148;g3e23138d502_0_927"/>
          <p:cNvSpPr txBox="1"/>
          <p:nvPr/>
        </p:nvSpPr>
        <p:spPr>
          <a:xfrm rot="10800000">
            <a:off x="5860717" y="4086797"/>
            <a:ext cx="489600" cy="1508400"/>
          </a:xfrm>
          <a:prstGeom prst="rect">
            <a:avLst/>
          </a:prstGeom>
          <a:noFill/>
          <a:ln>
            <a:noFill/>
          </a:ln>
        </p:spPr>
        <p:txBody>
          <a:bodyPr spcFirstLastPara="1" wrap="square" lIns="30475" tIns="15225" rIns="30475" bIns="15225" anchor="t" anchorCtr="0">
            <a:spAutoFit/>
          </a:bodyPr>
          <a:lstStyle/>
          <a:p>
            <a:pPr marL="0" marR="0" lvl="0" indent="0" algn="ctr" rtl="0">
              <a:spcBef>
                <a:spcPts val="0"/>
              </a:spcBef>
              <a:spcAft>
                <a:spcPts val="0"/>
              </a:spcAft>
              <a:buNone/>
            </a:pPr>
            <a:r>
              <a:rPr lang="en-US" sz="9600">
                <a:solidFill>
                  <a:schemeClr val="dk2"/>
                </a:solidFill>
                <a:latin typeface="NVIDIA Sans Light"/>
                <a:ea typeface="NVIDIA Sans Light"/>
                <a:cs typeface="NVIDIA Sans Light"/>
                <a:sym typeface="NVIDIA Sans Light"/>
              </a:rPr>
              <a:t>“</a:t>
            </a:r>
            <a:endParaRPr sz="500"/>
          </a:p>
        </p:txBody>
      </p:sp>
      <p:cxnSp>
        <p:nvCxnSpPr>
          <p:cNvPr id="149" name="Google Shape;149;g3e23138d502_0_927"/>
          <p:cNvCxnSpPr/>
          <p:nvPr/>
        </p:nvCxnSpPr>
        <p:spPr>
          <a:xfrm>
            <a:off x="2052918" y="5174503"/>
            <a:ext cx="3798300" cy="0"/>
          </a:xfrm>
          <a:prstGeom prst="straightConnector1">
            <a:avLst/>
          </a:prstGeom>
          <a:noFill/>
          <a:ln w="10575" cap="flat" cmpd="sng">
            <a:solidFill>
              <a:srgbClr val="588A00"/>
            </a:solidFill>
            <a:prstDash val="solid"/>
            <a:round/>
            <a:headEnd type="none" w="sm" len="sm"/>
            <a:tailEnd type="none" w="sm" len="sm"/>
          </a:ln>
        </p:spPr>
      </p:cxnSp>
      <p:cxnSp>
        <p:nvCxnSpPr>
          <p:cNvPr id="150" name="Google Shape;150;g3e23138d502_0_927"/>
          <p:cNvCxnSpPr/>
          <p:nvPr/>
        </p:nvCxnSpPr>
        <p:spPr>
          <a:xfrm>
            <a:off x="6340779" y="5174503"/>
            <a:ext cx="3798300" cy="0"/>
          </a:xfrm>
          <a:prstGeom prst="straightConnector1">
            <a:avLst/>
          </a:prstGeom>
          <a:noFill/>
          <a:ln w="10575" cap="flat" cmpd="sng">
            <a:solidFill>
              <a:srgbClr val="588A00"/>
            </a:solidFill>
            <a:prstDash val="solid"/>
            <a:round/>
            <a:headEnd type="none" w="sm" len="sm"/>
            <a:tailEnd type="none" w="sm" len="sm"/>
          </a:ln>
        </p:spPr>
      </p:cxnSp>
      <p:grpSp>
        <p:nvGrpSpPr>
          <p:cNvPr id="151" name="Google Shape;151;g3e23138d502_0_927"/>
          <p:cNvGrpSpPr/>
          <p:nvPr/>
        </p:nvGrpSpPr>
        <p:grpSpPr>
          <a:xfrm>
            <a:off x="2052712" y="1265395"/>
            <a:ext cx="8085352" cy="1508449"/>
            <a:chOff x="6158753" y="6234204"/>
            <a:chExt cx="24258483" cy="4525800"/>
          </a:xfrm>
        </p:grpSpPr>
        <p:sp>
          <p:nvSpPr>
            <p:cNvPr id="152" name="Google Shape;152;g3e23138d502_0_927"/>
            <p:cNvSpPr txBox="1"/>
            <p:nvPr/>
          </p:nvSpPr>
          <p:spPr>
            <a:xfrm>
              <a:off x="17553664" y="6234204"/>
              <a:ext cx="1468800" cy="4525800"/>
            </a:xfrm>
            <a:prstGeom prst="rect">
              <a:avLst/>
            </a:prstGeom>
            <a:noFill/>
            <a:ln>
              <a:noFill/>
            </a:ln>
          </p:spPr>
          <p:txBody>
            <a:bodyPr spcFirstLastPara="1" wrap="square" lIns="30475" tIns="15225" rIns="30475" bIns="15225" anchor="t" anchorCtr="0">
              <a:spAutoFit/>
            </a:bodyPr>
            <a:lstStyle/>
            <a:p>
              <a:pPr marL="0" marR="0" lvl="0" indent="0" algn="ctr" rtl="0">
                <a:spcBef>
                  <a:spcPts val="0"/>
                </a:spcBef>
                <a:spcAft>
                  <a:spcPts val="0"/>
                </a:spcAft>
                <a:buNone/>
              </a:pPr>
              <a:r>
                <a:rPr lang="en-US" sz="9600">
                  <a:solidFill>
                    <a:schemeClr val="dk2"/>
                  </a:solidFill>
                  <a:latin typeface="NVIDIA Sans Light"/>
                  <a:ea typeface="NVIDIA Sans Light"/>
                  <a:cs typeface="NVIDIA Sans Light"/>
                  <a:sym typeface="NVIDIA Sans Light"/>
                </a:rPr>
                <a:t>“</a:t>
              </a:r>
              <a:endParaRPr sz="500"/>
            </a:p>
          </p:txBody>
        </p:sp>
        <p:cxnSp>
          <p:nvCxnSpPr>
            <p:cNvPr id="153" name="Google Shape;153;g3e23138d502_0_927"/>
            <p:cNvCxnSpPr/>
            <p:nvPr/>
          </p:nvCxnSpPr>
          <p:spPr>
            <a:xfrm>
              <a:off x="6158753" y="7454586"/>
              <a:ext cx="11394900" cy="0"/>
            </a:xfrm>
            <a:prstGeom prst="straightConnector1">
              <a:avLst/>
            </a:prstGeom>
            <a:noFill/>
            <a:ln w="10575" cap="flat" cmpd="sng">
              <a:solidFill>
                <a:srgbClr val="588A00"/>
              </a:solidFill>
              <a:prstDash val="solid"/>
              <a:round/>
              <a:headEnd type="none" w="sm" len="sm"/>
              <a:tailEnd type="none" w="sm" len="sm"/>
            </a:ln>
          </p:spPr>
        </p:cxnSp>
        <p:cxnSp>
          <p:nvCxnSpPr>
            <p:cNvPr id="154" name="Google Shape;154;g3e23138d502_0_927"/>
            <p:cNvCxnSpPr/>
            <p:nvPr/>
          </p:nvCxnSpPr>
          <p:spPr>
            <a:xfrm>
              <a:off x="19022336" y="7454586"/>
              <a:ext cx="11394900" cy="0"/>
            </a:xfrm>
            <a:prstGeom prst="straightConnector1">
              <a:avLst/>
            </a:prstGeom>
            <a:noFill/>
            <a:ln w="10575" cap="flat" cmpd="sng">
              <a:solidFill>
                <a:srgbClr val="588A00"/>
              </a:solidFill>
              <a:prstDash val="solid"/>
              <a:round/>
              <a:headEnd type="none" w="sm" len="sm"/>
              <a:tailEnd type="none" w="sm" len="sm"/>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 SHORT Layout">
  <p:cSld name="Quote - SHORT Layout">
    <p:spTree>
      <p:nvGrpSpPr>
        <p:cNvPr id="1" name="Shape 155"/>
        <p:cNvGrpSpPr/>
        <p:nvPr/>
      </p:nvGrpSpPr>
      <p:grpSpPr>
        <a:xfrm>
          <a:off x="0" y="0"/>
          <a:ext cx="0" cy="0"/>
          <a:chOff x="0" y="0"/>
          <a:chExt cx="0" cy="0"/>
        </a:xfrm>
      </p:grpSpPr>
      <p:pic>
        <p:nvPicPr>
          <p:cNvPr id="156" name="Google Shape;156;g3e23138d502_0_941"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157" name="Google Shape;157;g3e23138d502_0_941"/>
          <p:cNvSpPr/>
          <p:nvPr/>
        </p:nvSpPr>
        <p:spPr>
          <a:xfrm>
            <a:off x="0" y="1381256"/>
            <a:ext cx="12192000" cy="7173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58" name="Google Shape;158;g3e23138d502_0_941"/>
          <p:cNvSpPr/>
          <p:nvPr/>
        </p:nvSpPr>
        <p:spPr>
          <a:xfrm rot="10800000" flipH="1">
            <a:off x="0" y="5089950"/>
            <a:ext cx="12192000" cy="14061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59" name="Google Shape;159;g3e23138d502_0_941"/>
          <p:cNvSpPr/>
          <p:nvPr/>
        </p:nvSpPr>
        <p:spPr>
          <a:xfrm>
            <a:off x="0" y="356077"/>
            <a:ext cx="12192000" cy="14061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60" name="Google Shape;160;g3e23138d502_0_941"/>
          <p:cNvSpPr/>
          <p:nvPr/>
        </p:nvSpPr>
        <p:spPr>
          <a:xfrm>
            <a:off x="0" y="1381256"/>
            <a:ext cx="12192000" cy="717300"/>
          </a:xfrm>
          <a:prstGeom prst="rect">
            <a:avLst/>
          </a:prstGeom>
          <a:gradFill>
            <a:gsLst>
              <a:gs pos="0">
                <a:srgbClr val="FFFFFF">
                  <a:alpha val="0"/>
                </a:srgbClr>
              </a:gs>
              <a:gs pos="100000">
                <a:schemeClr val="dk1"/>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161" name="Google Shape;161;g3e23138d502_0_941"/>
          <p:cNvSpPr txBox="1">
            <a:spLocks noGrp="1"/>
          </p:cNvSpPr>
          <p:nvPr>
            <p:ph type="body" idx="1"/>
          </p:nvPr>
        </p:nvSpPr>
        <p:spPr>
          <a:xfrm>
            <a:off x="2052918" y="3959443"/>
            <a:ext cx="8086200" cy="3480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500"/>
              <a:buFont typeface="NVIDIA Sans"/>
              <a:buNone/>
              <a:defRPr sz="1500" b="0" i="1" u="none" strike="noStrike" cap="none">
                <a:solidFill>
                  <a:schemeClr val="dk2"/>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4pPr>
            <a:lvl5pPr marL="2286000" marR="0" lvl="4"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62" name="Google Shape;162;g3e23138d502_0_941"/>
          <p:cNvSpPr txBox="1">
            <a:spLocks noGrp="1"/>
          </p:cNvSpPr>
          <p:nvPr>
            <p:ph type="body" idx="2"/>
          </p:nvPr>
        </p:nvSpPr>
        <p:spPr>
          <a:xfrm>
            <a:off x="2052918" y="2351184"/>
            <a:ext cx="8086200" cy="1467600"/>
          </a:xfrm>
          <a:prstGeom prst="rect">
            <a:avLst/>
          </a:prstGeom>
          <a:noFill/>
          <a:ln>
            <a:noFill/>
          </a:ln>
        </p:spPr>
        <p:txBody>
          <a:bodyPr spcFirstLastPara="1" wrap="square" lIns="30475" tIns="15225" rIns="30475" bIns="15225" anchor="ctr" anchorCtr="0">
            <a:noAutofit/>
          </a:bodyPr>
          <a:lstStyle>
            <a:lvl1pPr marL="457200" marR="0" lvl="0" indent="-228600" algn="ctr">
              <a:lnSpc>
                <a:spcPct val="90000"/>
              </a:lnSpc>
              <a:spcBef>
                <a:spcPts val="0"/>
              </a:spcBef>
              <a:spcAft>
                <a:spcPts val="0"/>
              </a:spcAft>
              <a:buClr>
                <a:schemeClr val="lt1"/>
              </a:buClr>
              <a:buSzPts val="4000"/>
              <a:buFont typeface="NVIDIA Sans"/>
              <a:buNone/>
              <a:defRPr sz="40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4pPr>
            <a:lvl5pPr marL="2286000" marR="0" lvl="4"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grpSp>
        <p:nvGrpSpPr>
          <p:cNvPr id="163" name="Google Shape;163;g3e23138d502_0_941"/>
          <p:cNvGrpSpPr/>
          <p:nvPr/>
        </p:nvGrpSpPr>
        <p:grpSpPr>
          <a:xfrm>
            <a:off x="2052712" y="1755479"/>
            <a:ext cx="8085352" cy="3367281"/>
            <a:chOff x="6158753" y="6264684"/>
            <a:chExt cx="24258483" cy="10102852"/>
          </a:xfrm>
        </p:grpSpPr>
        <p:grpSp>
          <p:nvGrpSpPr>
            <p:cNvPr id="164" name="Google Shape;164;g3e23138d502_0_941"/>
            <p:cNvGrpSpPr/>
            <p:nvPr/>
          </p:nvGrpSpPr>
          <p:grpSpPr>
            <a:xfrm>
              <a:off x="17553664" y="6264684"/>
              <a:ext cx="1497286" cy="10102852"/>
              <a:chOff x="17553664" y="5634063"/>
              <a:chExt cx="1497286" cy="10102852"/>
            </a:xfrm>
          </p:grpSpPr>
          <p:sp>
            <p:nvSpPr>
              <p:cNvPr id="165" name="Google Shape;165;g3e23138d502_0_941"/>
              <p:cNvSpPr txBox="1"/>
              <p:nvPr/>
            </p:nvSpPr>
            <p:spPr>
              <a:xfrm>
                <a:off x="17553664" y="5634063"/>
                <a:ext cx="1468800" cy="4525800"/>
              </a:xfrm>
              <a:prstGeom prst="rect">
                <a:avLst/>
              </a:prstGeom>
              <a:noFill/>
              <a:ln>
                <a:noFill/>
              </a:ln>
            </p:spPr>
            <p:txBody>
              <a:bodyPr spcFirstLastPara="1" wrap="square" lIns="30475" tIns="15225" rIns="30475" bIns="15225" anchor="t" anchorCtr="0">
                <a:spAutoFit/>
              </a:bodyPr>
              <a:lstStyle/>
              <a:p>
                <a:pPr marL="0" marR="0" lvl="0" indent="0" algn="ctr" rtl="0">
                  <a:spcBef>
                    <a:spcPts val="0"/>
                  </a:spcBef>
                  <a:spcAft>
                    <a:spcPts val="0"/>
                  </a:spcAft>
                  <a:buNone/>
                </a:pPr>
                <a:r>
                  <a:rPr lang="en-US" sz="9600">
                    <a:solidFill>
                      <a:schemeClr val="dk2"/>
                    </a:solidFill>
                    <a:latin typeface="NVIDIA Sans Light"/>
                    <a:ea typeface="NVIDIA Sans Light"/>
                    <a:cs typeface="NVIDIA Sans Light"/>
                    <a:sym typeface="NVIDIA Sans Light"/>
                  </a:rPr>
                  <a:t>“</a:t>
                </a:r>
                <a:endParaRPr sz="500"/>
              </a:p>
            </p:txBody>
          </p:sp>
          <p:sp>
            <p:nvSpPr>
              <p:cNvPr id="166" name="Google Shape;166;g3e23138d502_0_941"/>
              <p:cNvSpPr txBox="1"/>
              <p:nvPr/>
            </p:nvSpPr>
            <p:spPr>
              <a:xfrm rot="10800000">
                <a:off x="17582150" y="11211115"/>
                <a:ext cx="1468800" cy="4525800"/>
              </a:xfrm>
              <a:prstGeom prst="rect">
                <a:avLst/>
              </a:prstGeom>
              <a:noFill/>
              <a:ln>
                <a:noFill/>
              </a:ln>
            </p:spPr>
            <p:txBody>
              <a:bodyPr spcFirstLastPara="1" wrap="square" lIns="30475" tIns="15225" rIns="30475" bIns="15225" anchor="t" anchorCtr="0">
                <a:spAutoFit/>
              </a:bodyPr>
              <a:lstStyle/>
              <a:p>
                <a:pPr marL="0" marR="0" lvl="0" indent="0" algn="ctr" rtl="0">
                  <a:spcBef>
                    <a:spcPts val="0"/>
                  </a:spcBef>
                  <a:spcAft>
                    <a:spcPts val="0"/>
                  </a:spcAft>
                  <a:buNone/>
                </a:pPr>
                <a:r>
                  <a:rPr lang="en-US" sz="9600">
                    <a:solidFill>
                      <a:schemeClr val="dk2"/>
                    </a:solidFill>
                    <a:latin typeface="NVIDIA Sans Light"/>
                    <a:ea typeface="NVIDIA Sans Light"/>
                    <a:cs typeface="NVIDIA Sans Light"/>
                    <a:sym typeface="NVIDIA Sans Light"/>
                  </a:rPr>
                  <a:t>“</a:t>
                </a:r>
                <a:endParaRPr sz="500"/>
              </a:p>
            </p:txBody>
          </p:sp>
        </p:grpSp>
        <p:cxnSp>
          <p:nvCxnSpPr>
            <p:cNvPr id="167" name="Google Shape;167;g3e23138d502_0_941"/>
            <p:cNvCxnSpPr/>
            <p:nvPr/>
          </p:nvCxnSpPr>
          <p:spPr>
            <a:xfrm>
              <a:off x="6158753" y="7454586"/>
              <a:ext cx="11394900" cy="0"/>
            </a:xfrm>
            <a:prstGeom prst="straightConnector1">
              <a:avLst/>
            </a:prstGeom>
            <a:noFill/>
            <a:ln w="10575" cap="flat" cmpd="sng">
              <a:solidFill>
                <a:schemeClr val="accent5"/>
              </a:solidFill>
              <a:prstDash val="solid"/>
              <a:round/>
              <a:headEnd type="none" w="sm" len="sm"/>
              <a:tailEnd type="none" w="sm" len="sm"/>
            </a:ln>
          </p:spPr>
        </p:cxnSp>
        <p:cxnSp>
          <p:nvCxnSpPr>
            <p:cNvPr id="168" name="Google Shape;168;g3e23138d502_0_941"/>
            <p:cNvCxnSpPr/>
            <p:nvPr/>
          </p:nvCxnSpPr>
          <p:spPr>
            <a:xfrm>
              <a:off x="19022336" y="7454586"/>
              <a:ext cx="11394900" cy="0"/>
            </a:xfrm>
            <a:prstGeom prst="straightConnector1">
              <a:avLst/>
            </a:prstGeom>
            <a:noFill/>
            <a:ln w="10575" cap="flat" cmpd="sng">
              <a:solidFill>
                <a:schemeClr val="accent5"/>
              </a:solidFill>
              <a:prstDash val="solid"/>
              <a:round/>
              <a:headEnd type="none" w="sm" len="sm"/>
              <a:tailEnd type="none" w="sm" len="sm"/>
            </a:ln>
          </p:spPr>
        </p:cxnSp>
        <p:cxnSp>
          <p:nvCxnSpPr>
            <p:cNvPr id="169" name="Google Shape;169;g3e23138d502_0_941"/>
            <p:cNvCxnSpPr/>
            <p:nvPr/>
          </p:nvCxnSpPr>
          <p:spPr>
            <a:xfrm>
              <a:off x="6158753" y="15144241"/>
              <a:ext cx="11394900" cy="0"/>
            </a:xfrm>
            <a:prstGeom prst="straightConnector1">
              <a:avLst/>
            </a:prstGeom>
            <a:noFill/>
            <a:ln w="10575" cap="flat" cmpd="sng">
              <a:solidFill>
                <a:schemeClr val="accent5"/>
              </a:solidFill>
              <a:prstDash val="solid"/>
              <a:round/>
              <a:headEnd type="none" w="sm" len="sm"/>
              <a:tailEnd type="none" w="sm" len="sm"/>
            </a:ln>
          </p:spPr>
        </p:cxnSp>
        <p:cxnSp>
          <p:nvCxnSpPr>
            <p:cNvPr id="170" name="Google Shape;170;g3e23138d502_0_941"/>
            <p:cNvCxnSpPr/>
            <p:nvPr/>
          </p:nvCxnSpPr>
          <p:spPr>
            <a:xfrm>
              <a:off x="19022336" y="15144241"/>
              <a:ext cx="11394900" cy="0"/>
            </a:xfrm>
            <a:prstGeom prst="straightConnector1">
              <a:avLst/>
            </a:prstGeom>
            <a:noFill/>
            <a:ln w="10575" cap="flat" cmpd="sng">
              <a:solidFill>
                <a:schemeClr val="accent5"/>
              </a:solidFill>
              <a:prstDash val="solid"/>
              <a:round/>
              <a:headEnd type="none" w="sm" len="sm"/>
              <a:tailEnd type="none" w="sm" len="sm"/>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ingle Image Layout">
  <p:cSld name="Single Image Layout">
    <p:spTree>
      <p:nvGrpSpPr>
        <p:cNvPr id="1" name="Shape 171"/>
        <p:cNvGrpSpPr/>
        <p:nvPr/>
      </p:nvGrpSpPr>
      <p:grpSpPr>
        <a:xfrm>
          <a:off x="0" y="0"/>
          <a:ext cx="0" cy="0"/>
          <a:chOff x="0" y="0"/>
          <a:chExt cx="0" cy="0"/>
        </a:xfrm>
      </p:grpSpPr>
      <p:sp>
        <p:nvSpPr>
          <p:cNvPr id="172" name="Google Shape;172;g3e23138d502_0_957"/>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73" name="Google Shape;173;g3e23138d502_0_957"/>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74" name="Google Shape;174;g3e23138d502_0_957"/>
          <p:cNvSpPr>
            <a:spLocks noGrp="1"/>
          </p:cNvSpPr>
          <p:nvPr>
            <p:ph type="pic" idx="2"/>
          </p:nvPr>
        </p:nvSpPr>
        <p:spPr>
          <a:xfrm>
            <a:off x="2020883" y="1616604"/>
            <a:ext cx="81501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75" name="Google Shape;175;g3e23138d502_0_957"/>
          <p:cNvSpPr txBox="1">
            <a:spLocks noGrp="1"/>
          </p:cNvSpPr>
          <p:nvPr>
            <p:ph type="body" idx="3"/>
          </p:nvPr>
        </p:nvSpPr>
        <p:spPr>
          <a:xfrm>
            <a:off x="2020883" y="5687987"/>
            <a:ext cx="8150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76" name="Google Shape;176;g3e23138d502_0_957"/>
          <p:cNvSpPr txBox="1">
            <a:spLocks noGrp="1"/>
          </p:cNvSpPr>
          <p:nvPr>
            <p:ph type="body" idx="4"/>
          </p:nvPr>
        </p:nvSpPr>
        <p:spPr>
          <a:xfrm>
            <a:off x="2020883" y="5917189"/>
            <a:ext cx="8150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w/ Text">
  <p:cSld name="Image w/ Text">
    <p:spTree>
      <p:nvGrpSpPr>
        <p:cNvPr id="1" name="Shape 177"/>
        <p:cNvGrpSpPr/>
        <p:nvPr/>
      </p:nvGrpSpPr>
      <p:grpSpPr>
        <a:xfrm>
          <a:off x="0" y="0"/>
          <a:ext cx="0" cy="0"/>
          <a:chOff x="0" y="0"/>
          <a:chExt cx="0" cy="0"/>
        </a:xfrm>
      </p:grpSpPr>
      <p:sp>
        <p:nvSpPr>
          <p:cNvPr id="178" name="Google Shape;178;g3e23138d502_0_963"/>
          <p:cNvSpPr txBox="1">
            <a:spLocks noGrp="1"/>
          </p:cNvSpPr>
          <p:nvPr>
            <p:ph type="body" idx="1"/>
          </p:nvPr>
        </p:nvSpPr>
        <p:spPr>
          <a:xfrm>
            <a:off x="6451600" y="2306656"/>
            <a:ext cx="5194500" cy="2626500"/>
          </a:xfrm>
          <a:prstGeom prst="rect">
            <a:avLst/>
          </a:prstGeom>
          <a:noFill/>
          <a:ln>
            <a:noFill/>
          </a:ln>
        </p:spPr>
        <p:txBody>
          <a:bodyPr spcFirstLastPara="1" wrap="square" lIns="30475" tIns="15225" rIns="30475" bIns="15225" anchor="ctr"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79" name="Google Shape;179;g3e23138d502_0_963"/>
          <p:cNvSpPr>
            <a:spLocks noGrp="1"/>
          </p:cNvSpPr>
          <p:nvPr>
            <p:ph type="pic" idx="2"/>
          </p:nvPr>
        </p:nvSpPr>
        <p:spPr>
          <a:xfrm>
            <a:off x="545868" y="1616604"/>
            <a:ext cx="54486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80" name="Google Shape;180;g3e23138d502_0_963"/>
          <p:cNvSpPr txBox="1">
            <a:spLocks noGrp="1"/>
          </p:cNvSpPr>
          <p:nvPr>
            <p:ph type="body" idx="3"/>
          </p:nvPr>
        </p:nvSpPr>
        <p:spPr>
          <a:xfrm>
            <a:off x="545868" y="5687987"/>
            <a:ext cx="54486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81" name="Google Shape;181;g3e23138d502_0_963"/>
          <p:cNvSpPr txBox="1">
            <a:spLocks noGrp="1"/>
          </p:cNvSpPr>
          <p:nvPr>
            <p:ph type="body" idx="4"/>
          </p:nvPr>
        </p:nvSpPr>
        <p:spPr>
          <a:xfrm>
            <a:off x="545868" y="5917189"/>
            <a:ext cx="54486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82" name="Google Shape;182;g3e23138d502_0_963"/>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83" name="Google Shape;183;g3e23138d502_0_963"/>
          <p:cNvSpPr txBox="1">
            <a:spLocks noGrp="1"/>
          </p:cNvSpPr>
          <p:nvPr>
            <p:ph type="body" idx="5"/>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up Image">
  <p:cSld name="2-up Image">
    <p:spTree>
      <p:nvGrpSpPr>
        <p:cNvPr id="1" name="Shape 184"/>
        <p:cNvGrpSpPr/>
        <p:nvPr/>
      </p:nvGrpSpPr>
      <p:grpSpPr>
        <a:xfrm>
          <a:off x="0" y="0"/>
          <a:ext cx="0" cy="0"/>
          <a:chOff x="0" y="0"/>
          <a:chExt cx="0" cy="0"/>
        </a:xfrm>
      </p:grpSpPr>
      <p:sp>
        <p:nvSpPr>
          <p:cNvPr id="185" name="Google Shape;185;g3e23138d502_0_97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86" name="Google Shape;186;g3e23138d502_0_970"/>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87" name="Google Shape;187;g3e23138d502_0_970"/>
          <p:cNvSpPr>
            <a:spLocks noGrp="1"/>
          </p:cNvSpPr>
          <p:nvPr>
            <p:ph type="pic" idx="2"/>
          </p:nvPr>
        </p:nvSpPr>
        <p:spPr>
          <a:xfrm>
            <a:off x="545868" y="1616604"/>
            <a:ext cx="54486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88" name="Google Shape;188;g3e23138d502_0_970"/>
          <p:cNvSpPr>
            <a:spLocks noGrp="1"/>
          </p:cNvSpPr>
          <p:nvPr>
            <p:ph type="pic" idx="3"/>
          </p:nvPr>
        </p:nvSpPr>
        <p:spPr>
          <a:xfrm>
            <a:off x="6197600" y="1616604"/>
            <a:ext cx="54486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89" name="Google Shape;189;g3e23138d502_0_970"/>
          <p:cNvSpPr txBox="1">
            <a:spLocks noGrp="1"/>
          </p:cNvSpPr>
          <p:nvPr>
            <p:ph type="body" idx="4"/>
          </p:nvPr>
        </p:nvSpPr>
        <p:spPr>
          <a:xfrm>
            <a:off x="545868" y="5687987"/>
            <a:ext cx="54486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90" name="Google Shape;190;g3e23138d502_0_970"/>
          <p:cNvSpPr txBox="1">
            <a:spLocks noGrp="1"/>
          </p:cNvSpPr>
          <p:nvPr>
            <p:ph type="body" idx="5"/>
          </p:nvPr>
        </p:nvSpPr>
        <p:spPr>
          <a:xfrm>
            <a:off x="545868" y="5917189"/>
            <a:ext cx="54486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91" name="Google Shape;191;g3e23138d502_0_970"/>
          <p:cNvSpPr txBox="1">
            <a:spLocks noGrp="1"/>
          </p:cNvSpPr>
          <p:nvPr>
            <p:ph type="body" idx="6"/>
          </p:nvPr>
        </p:nvSpPr>
        <p:spPr>
          <a:xfrm>
            <a:off x="6197602" y="5687987"/>
            <a:ext cx="54489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92" name="Google Shape;192;g3e23138d502_0_970"/>
          <p:cNvSpPr txBox="1">
            <a:spLocks noGrp="1"/>
          </p:cNvSpPr>
          <p:nvPr>
            <p:ph type="body" idx="7"/>
          </p:nvPr>
        </p:nvSpPr>
        <p:spPr>
          <a:xfrm>
            <a:off x="6197602" y="5917189"/>
            <a:ext cx="54489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up Image Layout with Bullets">
  <p:cSld name="2-up Image Layout with Bullets">
    <p:spTree>
      <p:nvGrpSpPr>
        <p:cNvPr id="1" name="Shape 193"/>
        <p:cNvGrpSpPr/>
        <p:nvPr/>
      </p:nvGrpSpPr>
      <p:grpSpPr>
        <a:xfrm>
          <a:off x="0" y="0"/>
          <a:ext cx="0" cy="0"/>
          <a:chOff x="0" y="0"/>
          <a:chExt cx="0" cy="0"/>
        </a:xfrm>
      </p:grpSpPr>
      <p:sp>
        <p:nvSpPr>
          <p:cNvPr id="194" name="Google Shape;194;g3e23138d502_0_979"/>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195" name="Google Shape;195;g3e23138d502_0_979"/>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96" name="Google Shape;196;g3e23138d502_0_979"/>
          <p:cNvSpPr>
            <a:spLocks noGrp="1"/>
          </p:cNvSpPr>
          <p:nvPr>
            <p:ph type="pic" idx="2"/>
          </p:nvPr>
        </p:nvSpPr>
        <p:spPr>
          <a:xfrm>
            <a:off x="545868" y="1616604"/>
            <a:ext cx="29442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97" name="Google Shape;197;g3e23138d502_0_979"/>
          <p:cNvSpPr txBox="1">
            <a:spLocks noGrp="1"/>
          </p:cNvSpPr>
          <p:nvPr>
            <p:ph type="body" idx="3"/>
          </p:nvPr>
        </p:nvSpPr>
        <p:spPr>
          <a:xfrm>
            <a:off x="3686117" y="2306656"/>
            <a:ext cx="2308200" cy="2626500"/>
          </a:xfrm>
          <a:prstGeom prst="rect">
            <a:avLst/>
          </a:prstGeom>
          <a:noFill/>
          <a:ln>
            <a:noFill/>
          </a:ln>
        </p:spPr>
        <p:txBody>
          <a:bodyPr spcFirstLastPara="1" wrap="square" lIns="30475" tIns="15225" rIns="30475" bIns="15225" anchor="ctr"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98" name="Google Shape;198;g3e23138d502_0_979"/>
          <p:cNvSpPr>
            <a:spLocks noGrp="1"/>
          </p:cNvSpPr>
          <p:nvPr>
            <p:ph type="pic" idx="4"/>
          </p:nvPr>
        </p:nvSpPr>
        <p:spPr>
          <a:xfrm>
            <a:off x="6197602" y="1616604"/>
            <a:ext cx="29442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199" name="Google Shape;199;g3e23138d502_0_979"/>
          <p:cNvSpPr txBox="1">
            <a:spLocks noGrp="1"/>
          </p:cNvSpPr>
          <p:nvPr>
            <p:ph type="body" idx="5"/>
          </p:nvPr>
        </p:nvSpPr>
        <p:spPr>
          <a:xfrm>
            <a:off x="9337850" y="2306656"/>
            <a:ext cx="2308200" cy="2626500"/>
          </a:xfrm>
          <a:prstGeom prst="rect">
            <a:avLst/>
          </a:prstGeom>
          <a:noFill/>
          <a:ln>
            <a:noFill/>
          </a:ln>
        </p:spPr>
        <p:txBody>
          <a:bodyPr spcFirstLastPara="1" wrap="square" lIns="30475" tIns="15225" rIns="30475" bIns="15225" anchor="ctr"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00" name="Google Shape;200;g3e23138d502_0_979"/>
          <p:cNvSpPr txBox="1">
            <a:spLocks noGrp="1"/>
          </p:cNvSpPr>
          <p:nvPr>
            <p:ph type="body" idx="6"/>
          </p:nvPr>
        </p:nvSpPr>
        <p:spPr>
          <a:xfrm>
            <a:off x="545868" y="5687987"/>
            <a:ext cx="29442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01" name="Google Shape;201;g3e23138d502_0_979"/>
          <p:cNvSpPr txBox="1">
            <a:spLocks noGrp="1"/>
          </p:cNvSpPr>
          <p:nvPr>
            <p:ph type="body" idx="7"/>
          </p:nvPr>
        </p:nvSpPr>
        <p:spPr>
          <a:xfrm>
            <a:off x="545868" y="5917189"/>
            <a:ext cx="29442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02" name="Google Shape;202;g3e23138d502_0_979"/>
          <p:cNvSpPr txBox="1">
            <a:spLocks noGrp="1"/>
          </p:cNvSpPr>
          <p:nvPr>
            <p:ph type="body" idx="8"/>
          </p:nvPr>
        </p:nvSpPr>
        <p:spPr>
          <a:xfrm>
            <a:off x="6197602" y="5687987"/>
            <a:ext cx="29442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03" name="Google Shape;203;g3e23138d502_0_979"/>
          <p:cNvSpPr txBox="1">
            <a:spLocks noGrp="1"/>
          </p:cNvSpPr>
          <p:nvPr>
            <p:ph type="body" idx="9"/>
          </p:nvPr>
        </p:nvSpPr>
        <p:spPr>
          <a:xfrm>
            <a:off x="6197602" y="5917189"/>
            <a:ext cx="29442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up Image">
  <p:cSld name="3-up Image">
    <p:spTree>
      <p:nvGrpSpPr>
        <p:cNvPr id="1" name="Shape 204"/>
        <p:cNvGrpSpPr/>
        <p:nvPr/>
      </p:nvGrpSpPr>
      <p:grpSpPr>
        <a:xfrm>
          <a:off x="0" y="0"/>
          <a:ext cx="0" cy="0"/>
          <a:chOff x="0" y="0"/>
          <a:chExt cx="0" cy="0"/>
        </a:xfrm>
      </p:grpSpPr>
      <p:sp>
        <p:nvSpPr>
          <p:cNvPr id="205" name="Google Shape;205;g3e23138d502_0_99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206" name="Google Shape;206;g3e23138d502_0_990"/>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07" name="Google Shape;207;g3e23138d502_0_990"/>
          <p:cNvSpPr>
            <a:spLocks noGrp="1"/>
          </p:cNvSpPr>
          <p:nvPr>
            <p:ph type="pic" idx="2"/>
          </p:nvPr>
        </p:nvSpPr>
        <p:spPr>
          <a:xfrm>
            <a:off x="8049491" y="1616604"/>
            <a:ext cx="35967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08" name="Google Shape;208;g3e23138d502_0_990"/>
          <p:cNvSpPr>
            <a:spLocks noGrp="1"/>
          </p:cNvSpPr>
          <p:nvPr>
            <p:ph type="pic" idx="3"/>
          </p:nvPr>
        </p:nvSpPr>
        <p:spPr>
          <a:xfrm>
            <a:off x="4297679" y="1616604"/>
            <a:ext cx="35967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09" name="Google Shape;209;g3e23138d502_0_990"/>
          <p:cNvSpPr>
            <a:spLocks noGrp="1"/>
          </p:cNvSpPr>
          <p:nvPr>
            <p:ph type="pic" idx="4"/>
          </p:nvPr>
        </p:nvSpPr>
        <p:spPr>
          <a:xfrm>
            <a:off x="545868" y="1616604"/>
            <a:ext cx="35967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10" name="Google Shape;210;g3e23138d502_0_990"/>
          <p:cNvSpPr txBox="1">
            <a:spLocks noGrp="1"/>
          </p:cNvSpPr>
          <p:nvPr>
            <p:ph type="body" idx="5"/>
          </p:nvPr>
        </p:nvSpPr>
        <p:spPr>
          <a:xfrm>
            <a:off x="551037" y="5687987"/>
            <a:ext cx="35967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1" name="Google Shape;211;g3e23138d502_0_990"/>
          <p:cNvSpPr txBox="1">
            <a:spLocks noGrp="1"/>
          </p:cNvSpPr>
          <p:nvPr>
            <p:ph type="body" idx="6"/>
          </p:nvPr>
        </p:nvSpPr>
        <p:spPr>
          <a:xfrm>
            <a:off x="551037" y="5917189"/>
            <a:ext cx="35967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2" name="Google Shape;212;g3e23138d502_0_990"/>
          <p:cNvSpPr txBox="1">
            <a:spLocks noGrp="1"/>
          </p:cNvSpPr>
          <p:nvPr>
            <p:ph type="body" idx="7"/>
          </p:nvPr>
        </p:nvSpPr>
        <p:spPr>
          <a:xfrm>
            <a:off x="4297680" y="5687987"/>
            <a:ext cx="35967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3" name="Google Shape;213;g3e23138d502_0_990"/>
          <p:cNvSpPr txBox="1">
            <a:spLocks noGrp="1"/>
          </p:cNvSpPr>
          <p:nvPr>
            <p:ph type="body" idx="8"/>
          </p:nvPr>
        </p:nvSpPr>
        <p:spPr>
          <a:xfrm>
            <a:off x="4297680" y="5917189"/>
            <a:ext cx="35967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4" name="Google Shape;214;g3e23138d502_0_990"/>
          <p:cNvSpPr txBox="1">
            <a:spLocks noGrp="1"/>
          </p:cNvSpPr>
          <p:nvPr>
            <p:ph type="body" idx="9"/>
          </p:nvPr>
        </p:nvSpPr>
        <p:spPr>
          <a:xfrm>
            <a:off x="8044323" y="5687987"/>
            <a:ext cx="35967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5" name="Google Shape;215;g3e23138d502_0_990"/>
          <p:cNvSpPr txBox="1">
            <a:spLocks noGrp="1"/>
          </p:cNvSpPr>
          <p:nvPr>
            <p:ph type="body" idx="13"/>
          </p:nvPr>
        </p:nvSpPr>
        <p:spPr>
          <a:xfrm>
            <a:off x="8044323" y="5917189"/>
            <a:ext cx="35967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4-up Image">
  <p:cSld name="4-up Image">
    <p:spTree>
      <p:nvGrpSpPr>
        <p:cNvPr id="1" name="Shape 216"/>
        <p:cNvGrpSpPr/>
        <p:nvPr/>
      </p:nvGrpSpPr>
      <p:grpSpPr>
        <a:xfrm>
          <a:off x="0" y="0"/>
          <a:ext cx="0" cy="0"/>
          <a:chOff x="0" y="0"/>
          <a:chExt cx="0" cy="0"/>
        </a:xfrm>
      </p:grpSpPr>
      <p:sp>
        <p:nvSpPr>
          <p:cNvPr id="217" name="Google Shape;217;g3e23138d502_0_1002"/>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218" name="Google Shape;218;g3e23138d502_0_1002"/>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19" name="Google Shape;219;g3e23138d502_0_1002"/>
          <p:cNvSpPr>
            <a:spLocks noGrp="1"/>
          </p:cNvSpPr>
          <p:nvPr>
            <p:ph type="pic" idx="2"/>
          </p:nvPr>
        </p:nvSpPr>
        <p:spPr>
          <a:xfrm>
            <a:off x="6173586" y="1616604"/>
            <a:ext cx="26610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20" name="Google Shape;220;g3e23138d502_0_1002"/>
          <p:cNvSpPr>
            <a:spLocks noGrp="1"/>
          </p:cNvSpPr>
          <p:nvPr>
            <p:ph type="pic" idx="3"/>
          </p:nvPr>
        </p:nvSpPr>
        <p:spPr>
          <a:xfrm>
            <a:off x="3357418" y="1616604"/>
            <a:ext cx="26610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21" name="Google Shape;221;g3e23138d502_0_1002"/>
          <p:cNvSpPr>
            <a:spLocks noGrp="1"/>
          </p:cNvSpPr>
          <p:nvPr>
            <p:ph type="pic" idx="4"/>
          </p:nvPr>
        </p:nvSpPr>
        <p:spPr>
          <a:xfrm>
            <a:off x="545869" y="1616604"/>
            <a:ext cx="26565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22" name="Google Shape;222;g3e23138d502_0_1002"/>
          <p:cNvSpPr>
            <a:spLocks noGrp="1"/>
          </p:cNvSpPr>
          <p:nvPr>
            <p:ph type="pic" idx="5"/>
          </p:nvPr>
        </p:nvSpPr>
        <p:spPr>
          <a:xfrm>
            <a:off x="8989753" y="1616604"/>
            <a:ext cx="2656500" cy="40065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23" name="Google Shape;223;g3e23138d502_0_1002"/>
          <p:cNvSpPr txBox="1">
            <a:spLocks noGrp="1"/>
          </p:cNvSpPr>
          <p:nvPr>
            <p:ph type="body" idx="6"/>
          </p:nvPr>
        </p:nvSpPr>
        <p:spPr>
          <a:xfrm>
            <a:off x="3362444" y="5687987"/>
            <a:ext cx="26559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4" name="Google Shape;224;g3e23138d502_0_1002"/>
          <p:cNvSpPr txBox="1">
            <a:spLocks noGrp="1"/>
          </p:cNvSpPr>
          <p:nvPr>
            <p:ph type="body" idx="7"/>
          </p:nvPr>
        </p:nvSpPr>
        <p:spPr>
          <a:xfrm>
            <a:off x="543509" y="5687987"/>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5" name="Google Shape;225;g3e23138d502_0_1002"/>
          <p:cNvSpPr txBox="1">
            <a:spLocks noGrp="1"/>
          </p:cNvSpPr>
          <p:nvPr>
            <p:ph type="body" idx="8"/>
          </p:nvPr>
        </p:nvSpPr>
        <p:spPr>
          <a:xfrm>
            <a:off x="3362444" y="5917189"/>
            <a:ext cx="26559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6" name="Google Shape;226;g3e23138d502_0_1002"/>
          <p:cNvSpPr txBox="1">
            <a:spLocks noGrp="1"/>
          </p:cNvSpPr>
          <p:nvPr>
            <p:ph type="body" idx="9"/>
          </p:nvPr>
        </p:nvSpPr>
        <p:spPr>
          <a:xfrm>
            <a:off x="543509" y="5917189"/>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7" name="Google Shape;227;g3e23138d502_0_1002"/>
          <p:cNvSpPr txBox="1">
            <a:spLocks noGrp="1"/>
          </p:cNvSpPr>
          <p:nvPr>
            <p:ph type="body" idx="13"/>
          </p:nvPr>
        </p:nvSpPr>
        <p:spPr>
          <a:xfrm>
            <a:off x="6175843" y="5687987"/>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8" name="Google Shape;228;g3e23138d502_0_1002"/>
          <p:cNvSpPr txBox="1">
            <a:spLocks noGrp="1"/>
          </p:cNvSpPr>
          <p:nvPr>
            <p:ph type="body" idx="14"/>
          </p:nvPr>
        </p:nvSpPr>
        <p:spPr>
          <a:xfrm>
            <a:off x="6175843" y="5917189"/>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29" name="Google Shape;229;g3e23138d502_0_1002"/>
          <p:cNvSpPr txBox="1">
            <a:spLocks noGrp="1"/>
          </p:cNvSpPr>
          <p:nvPr>
            <p:ph type="body" idx="15"/>
          </p:nvPr>
        </p:nvSpPr>
        <p:spPr>
          <a:xfrm>
            <a:off x="8992012" y="5687987"/>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30" name="Google Shape;230;g3e23138d502_0_1002"/>
          <p:cNvSpPr txBox="1">
            <a:spLocks noGrp="1"/>
          </p:cNvSpPr>
          <p:nvPr>
            <p:ph type="body" idx="16"/>
          </p:nvPr>
        </p:nvSpPr>
        <p:spPr>
          <a:xfrm>
            <a:off x="8992012" y="5917189"/>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up Image">
  <p:cSld name="5-up Image">
    <p:spTree>
      <p:nvGrpSpPr>
        <p:cNvPr id="1" name="Shape 231"/>
        <p:cNvGrpSpPr/>
        <p:nvPr/>
      </p:nvGrpSpPr>
      <p:grpSpPr>
        <a:xfrm>
          <a:off x="0" y="0"/>
          <a:ext cx="0" cy="0"/>
          <a:chOff x="0" y="0"/>
          <a:chExt cx="0" cy="0"/>
        </a:xfrm>
      </p:grpSpPr>
      <p:sp>
        <p:nvSpPr>
          <p:cNvPr id="232" name="Google Shape;232;g3e23138d502_0_1017"/>
          <p:cNvSpPr>
            <a:spLocks noGrp="1"/>
          </p:cNvSpPr>
          <p:nvPr>
            <p:ph type="pic" idx="2"/>
          </p:nvPr>
        </p:nvSpPr>
        <p:spPr>
          <a:xfrm>
            <a:off x="4297131"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33" name="Google Shape;233;g3e23138d502_0_1017"/>
          <p:cNvSpPr>
            <a:spLocks noGrp="1"/>
          </p:cNvSpPr>
          <p:nvPr>
            <p:ph type="pic" idx="3"/>
          </p:nvPr>
        </p:nvSpPr>
        <p:spPr>
          <a:xfrm>
            <a:off x="548528"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34" name="Google Shape;234;g3e23138d502_0_1017"/>
          <p:cNvSpPr>
            <a:spLocks noGrp="1"/>
          </p:cNvSpPr>
          <p:nvPr>
            <p:ph type="pic" idx="4"/>
          </p:nvPr>
        </p:nvSpPr>
        <p:spPr>
          <a:xfrm>
            <a:off x="8049491"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35" name="Google Shape;235;g3e23138d502_0_1017"/>
          <p:cNvSpPr txBox="1">
            <a:spLocks noGrp="1"/>
          </p:cNvSpPr>
          <p:nvPr>
            <p:ph type="body" idx="1"/>
          </p:nvPr>
        </p:nvSpPr>
        <p:spPr>
          <a:xfrm>
            <a:off x="552281" y="3327295"/>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36" name="Google Shape;236;g3e23138d502_0_1017"/>
          <p:cNvSpPr txBox="1">
            <a:spLocks noGrp="1"/>
          </p:cNvSpPr>
          <p:nvPr>
            <p:ph type="body" idx="5"/>
          </p:nvPr>
        </p:nvSpPr>
        <p:spPr>
          <a:xfrm>
            <a:off x="552281" y="3556498"/>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37" name="Google Shape;237;g3e23138d502_0_1017"/>
          <p:cNvSpPr txBox="1">
            <a:spLocks noGrp="1"/>
          </p:cNvSpPr>
          <p:nvPr>
            <p:ph type="body" idx="6"/>
          </p:nvPr>
        </p:nvSpPr>
        <p:spPr>
          <a:xfrm>
            <a:off x="4298116" y="3327295"/>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38" name="Google Shape;238;g3e23138d502_0_1017"/>
          <p:cNvSpPr txBox="1">
            <a:spLocks noGrp="1"/>
          </p:cNvSpPr>
          <p:nvPr>
            <p:ph type="body" idx="7"/>
          </p:nvPr>
        </p:nvSpPr>
        <p:spPr>
          <a:xfrm>
            <a:off x="4298116" y="3556498"/>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39" name="Google Shape;239;g3e23138d502_0_1017"/>
          <p:cNvSpPr txBox="1">
            <a:spLocks noGrp="1"/>
          </p:cNvSpPr>
          <p:nvPr>
            <p:ph type="body" idx="8"/>
          </p:nvPr>
        </p:nvSpPr>
        <p:spPr>
          <a:xfrm>
            <a:off x="8050438" y="3327295"/>
            <a:ext cx="3593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0" name="Google Shape;240;g3e23138d502_0_1017"/>
          <p:cNvSpPr txBox="1">
            <a:spLocks noGrp="1"/>
          </p:cNvSpPr>
          <p:nvPr>
            <p:ph type="body" idx="9"/>
          </p:nvPr>
        </p:nvSpPr>
        <p:spPr>
          <a:xfrm>
            <a:off x="8050438" y="3556498"/>
            <a:ext cx="3593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1" name="Google Shape;241;g3e23138d502_0_1017"/>
          <p:cNvSpPr>
            <a:spLocks noGrp="1"/>
          </p:cNvSpPr>
          <p:nvPr>
            <p:ph type="pic" idx="13"/>
          </p:nvPr>
        </p:nvSpPr>
        <p:spPr>
          <a:xfrm>
            <a:off x="6173586" y="3977296"/>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42" name="Google Shape;242;g3e23138d502_0_1017"/>
          <p:cNvSpPr>
            <a:spLocks noGrp="1"/>
          </p:cNvSpPr>
          <p:nvPr>
            <p:ph type="pic" idx="14"/>
          </p:nvPr>
        </p:nvSpPr>
        <p:spPr>
          <a:xfrm>
            <a:off x="2421773" y="3977296"/>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43" name="Google Shape;243;g3e23138d502_0_1017"/>
          <p:cNvSpPr txBox="1">
            <a:spLocks noGrp="1"/>
          </p:cNvSpPr>
          <p:nvPr>
            <p:ph type="body" idx="15"/>
          </p:nvPr>
        </p:nvSpPr>
        <p:spPr>
          <a:xfrm>
            <a:off x="2425529" y="5687987"/>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4" name="Google Shape;244;g3e23138d502_0_1017"/>
          <p:cNvSpPr txBox="1">
            <a:spLocks noGrp="1"/>
          </p:cNvSpPr>
          <p:nvPr>
            <p:ph type="body" idx="16"/>
          </p:nvPr>
        </p:nvSpPr>
        <p:spPr>
          <a:xfrm>
            <a:off x="2425529" y="5917189"/>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5" name="Google Shape;245;g3e23138d502_0_1017"/>
          <p:cNvSpPr txBox="1">
            <a:spLocks noGrp="1"/>
          </p:cNvSpPr>
          <p:nvPr>
            <p:ph type="body" idx="17"/>
          </p:nvPr>
        </p:nvSpPr>
        <p:spPr>
          <a:xfrm>
            <a:off x="6177851" y="5687987"/>
            <a:ext cx="3593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6" name="Google Shape;246;g3e23138d502_0_1017"/>
          <p:cNvSpPr txBox="1">
            <a:spLocks noGrp="1"/>
          </p:cNvSpPr>
          <p:nvPr>
            <p:ph type="body" idx="18"/>
          </p:nvPr>
        </p:nvSpPr>
        <p:spPr>
          <a:xfrm>
            <a:off x="6177851" y="5917189"/>
            <a:ext cx="3593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47" name="Google Shape;247;g3e23138d502_0_1017"/>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248" name="Google Shape;248;g3e23138d502_0_1017"/>
          <p:cNvSpPr txBox="1">
            <a:spLocks noGrp="1"/>
          </p:cNvSpPr>
          <p:nvPr>
            <p:ph type="body" idx="19"/>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249"/>
        <p:cNvGrpSpPr/>
        <p:nvPr/>
      </p:nvGrpSpPr>
      <p:grpSpPr>
        <a:xfrm>
          <a:off x="0" y="0"/>
          <a:ext cx="0" cy="0"/>
          <a:chOff x="0" y="0"/>
          <a:chExt cx="0" cy="0"/>
        </a:xfrm>
      </p:grpSpPr>
      <p:sp>
        <p:nvSpPr>
          <p:cNvPr id="250" name="Google Shape;250;g3e23138d502_0_1035"/>
          <p:cNvSpPr>
            <a:spLocks noGrp="1"/>
          </p:cNvSpPr>
          <p:nvPr>
            <p:ph type="pic" idx="2"/>
          </p:nvPr>
        </p:nvSpPr>
        <p:spPr>
          <a:xfrm>
            <a:off x="4297131"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51" name="Google Shape;251;g3e23138d502_0_1035"/>
          <p:cNvSpPr>
            <a:spLocks noGrp="1"/>
          </p:cNvSpPr>
          <p:nvPr>
            <p:ph type="pic" idx="3"/>
          </p:nvPr>
        </p:nvSpPr>
        <p:spPr>
          <a:xfrm>
            <a:off x="548528"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52" name="Google Shape;252;g3e23138d502_0_1035"/>
          <p:cNvSpPr>
            <a:spLocks noGrp="1"/>
          </p:cNvSpPr>
          <p:nvPr>
            <p:ph type="pic" idx="4"/>
          </p:nvPr>
        </p:nvSpPr>
        <p:spPr>
          <a:xfrm>
            <a:off x="8049491" y="1616605"/>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53" name="Google Shape;253;g3e23138d502_0_1035"/>
          <p:cNvSpPr txBox="1">
            <a:spLocks noGrp="1"/>
          </p:cNvSpPr>
          <p:nvPr>
            <p:ph type="body" idx="1"/>
          </p:nvPr>
        </p:nvSpPr>
        <p:spPr>
          <a:xfrm>
            <a:off x="552281" y="3327295"/>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4" name="Google Shape;254;g3e23138d502_0_1035"/>
          <p:cNvSpPr txBox="1">
            <a:spLocks noGrp="1"/>
          </p:cNvSpPr>
          <p:nvPr>
            <p:ph type="body" idx="5"/>
          </p:nvPr>
        </p:nvSpPr>
        <p:spPr>
          <a:xfrm>
            <a:off x="552281" y="3556498"/>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5" name="Google Shape;255;g3e23138d502_0_1035"/>
          <p:cNvSpPr txBox="1">
            <a:spLocks noGrp="1"/>
          </p:cNvSpPr>
          <p:nvPr>
            <p:ph type="body" idx="6"/>
          </p:nvPr>
        </p:nvSpPr>
        <p:spPr>
          <a:xfrm>
            <a:off x="4298116" y="3327295"/>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6" name="Google Shape;256;g3e23138d502_0_1035"/>
          <p:cNvSpPr txBox="1">
            <a:spLocks noGrp="1"/>
          </p:cNvSpPr>
          <p:nvPr>
            <p:ph type="body" idx="7"/>
          </p:nvPr>
        </p:nvSpPr>
        <p:spPr>
          <a:xfrm>
            <a:off x="4298116" y="3556498"/>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7" name="Google Shape;257;g3e23138d502_0_1035"/>
          <p:cNvSpPr txBox="1">
            <a:spLocks noGrp="1"/>
          </p:cNvSpPr>
          <p:nvPr>
            <p:ph type="body" idx="8"/>
          </p:nvPr>
        </p:nvSpPr>
        <p:spPr>
          <a:xfrm>
            <a:off x="8050438" y="3327295"/>
            <a:ext cx="3593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8" name="Google Shape;258;g3e23138d502_0_1035"/>
          <p:cNvSpPr txBox="1">
            <a:spLocks noGrp="1"/>
          </p:cNvSpPr>
          <p:nvPr>
            <p:ph type="body" idx="9"/>
          </p:nvPr>
        </p:nvSpPr>
        <p:spPr>
          <a:xfrm>
            <a:off x="8050438" y="3556498"/>
            <a:ext cx="3593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59" name="Google Shape;259;g3e23138d502_0_1035"/>
          <p:cNvSpPr>
            <a:spLocks noGrp="1"/>
          </p:cNvSpPr>
          <p:nvPr>
            <p:ph type="pic" idx="13"/>
          </p:nvPr>
        </p:nvSpPr>
        <p:spPr>
          <a:xfrm>
            <a:off x="4300885" y="3977296"/>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60" name="Google Shape;260;g3e23138d502_0_1035"/>
          <p:cNvSpPr>
            <a:spLocks noGrp="1"/>
          </p:cNvSpPr>
          <p:nvPr>
            <p:ph type="pic" idx="14"/>
          </p:nvPr>
        </p:nvSpPr>
        <p:spPr>
          <a:xfrm>
            <a:off x="552281" y="3977296"/>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61" name="Google Shape;261;g3e23138d502_0_1035"/>
          <p:cNvSpPr>
            <a:spLocks noGrp="1"/>
          </p:cNvSpPr>
          <p:nvPr>
            <p:ph type="pic" idx="15"/>
          </p:nvPr>
        </p:nvSpPr>
        <p:spPr>
          <a:xfrm>
            <a:off x="8053245" y="3977296"/>
            <a:ext cx="3596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62" name="Google Shape;262;g3e23138d502_0_1035"/>
          <p:cNvSpPr txBox="1">
            <a:spLocks noGrp="1"/>
          </p:cNvSpPr>
          <p:nvPr>
            <p:ph type="body" idx="16"/>
          </p:nvPr>
        </p:nvSpPr>
        <p:spPr>
          <a:xfrm>
            <a:off x="556035" y="5687987"/>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3" name="Google Shape;263;g3e23138d502_0_1035"/>
          <p:cNvSpPr txBox="1">
            <a:spLocks noGrp="1"/>
          </p:cNvSpPr>
          <p:nvPr>
            <p:ph type="body" idx="17"/>
          </p:nvPr>
        </p:nvSpPr>
        <p:spPr>
          <a:xfrm>
            <a:off x="556035" y="5917189"/>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4" name="Google Shape;264;g3e23138d502_0_1035"/>
          <p:cNvSpPr txBox="1">
            <a:spLocks noGrp="1"/>
          </p:cNvSpPr>
          <p:nvPr>
            <p:ph type="body" idx="18"/>
          </p:nvPr>
        </p:nvSpPr>
        <p:spPr>
          <a:xfrm>
            <a:off x="4301870" y="5687987"/>
            <a:ext cx="3592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5" name="Google Shape;265;g3e23138d502_0_1035"/>
          <p:cNvSpPr txBox="1">
            <a:spLocks noGrp="1"/>
          </p:cNvSpPr>
          <p:nvPr>
            <p:ph type="body" idx="19"/>
          </p:nvPr>
        </p:nvSpPr>
        <p:spPr>
          <a:xfrm>
            <a:off x="4301870" y="5917189"/>
            <a:ext cx="3592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6" name="Google Shape;266;g3e23138d502_0_1035"/>
          <p:cNvSpPr txBox="1">
            <a:spLocks noGrp="1"/>
          </p:cNvSpPr>
          <p:nvPr>
            <p:ph type="body" idx="20"/>
          </p:nvPr>
        </p:nvSpPr>
        <p:spPr>
          <a:xfrm>
            <a:off x="8054192" y="5687987"/>
            <a:ext cx="3593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7" name="Google Shape;267;g3e23138d502_0_1035"/>
          <p:cNvSpPr txBox="1">
            <a:spLocks noGrp="1"/>
          </p:cNvSpPr>
          <p:nvPr>
            <p:ph type="body" idx="21"/>
          </p:nvPr>
        </p:nvSpPr>
        <p:spPr>
          <a:xfrm>
            <a:off x="8054192" y="5917189"/>
            <a:ext cx="3593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68" name="Google Shape;268;g3e23138d502_0_1035"/>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269" name="Google Shape;269;g3e23138d502_0_1035"/>
          <p:cNvSpPr txBox="1">
            <a:spLocks noGrp="1"/>
          </p:cNvSpPr>
          <p:nvPr>
            <p:ph type="body" idx="22"/>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7-up Image">
  <p:cSld name="7-up Image">
    <p:spTree>
      <p:nvGrpSpPr>
        <p:cNvPr id="1" name="Shape 270"/>
        <p:cNvGrpSpPr/>
        <p:nvPr/>
      </p:nvGrpSpPr>
      <p:grpSpPr>
        <a:xfrm>
          <a:off x="0" y="0"/>
          <a:ext cx="0" cy="0"/>
          <a:chOff x="0" y="0"/>
          <a:chExt cx="0" cy="0"/>
        </a:xfrm>
      </p:grpSpPr>
      <p:sp>
        <p:nvSpPr>
          <p:cNvPr id="271" name="Google Shape;271;g3e23138d502_0_1056"/>
          <p:cNvSpPr txBox="1">
            <a:spLocks noGrp="1"/>
          </p:cNvSpPr>
          <p:nvPr>
            <p:ph type="body" idx="1"/>
          </p:nvPr>
        </p:nvSpPr>
        <p:spPr>
          <a:xfrm>
            <a:off x="4778357" y="5686374"/>
            <a:ext cx="26517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72" name="Google Shape;272;g3e23138d502_0_1056"/>
          <p:cNvSpPr txBox="1">
            <a:spLocks noGrp="1"/>
          </p:cNvSpPr>
          <p:nvPr>
            <p:ph type="body" idx="2"/>
          </p:nvPr>
        </p:nvSpPr>
        <p:spPr>
          <a:xfrm>
            <a:off x="1962191" y="5686374"/>
            <a:ext cx="26568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73" name="Google Shape;273;g3e23138d502_0_1056"/>
          <p:cNvSpPr txBox="1">
            <a:spLocks noGrp="1"/>
          </p:cNvSpPr>
          <p:nvPr>
            <p:ph type="body" idx="3"/>
          </p:nvPr>
        </p:nvSpPr>
        <p:spPr>
          <a:xfrm>
            <a:off x="4778357" y="5909019"/>
            <a:ext cx="26517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74" name="Google Shape;274;g3e23138d502_0_1056"/>
          <p:cNvSpPr txBox="1">
            <a:spLocks noGrp="1"/>
          </p:cNvSpPr>
          <p:nvPr>
            <p:ph type="body" idx="4"/>
          </p:nvPr>
        </p:nvSpPr>
        <p:spPr>
          <a:xfrm>
            <a:off x="1962191" y="5909019"/>
            <a:ext cx="26568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75" name="Google Shape;275;g3e23138d502_0_1056"/>
          <p:cNvSpPr>
            <a:spLocks noGrp="1"/>
          </p:cNvSpPr>
          <p:nvPr>
            <p:ph type="pic" idx="5"/>
          </p:nvPr>
        </p:nvSpPr>
        <p:spPr>
          <a:xfrm>
            <a:off x="1962191"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76" name="Google Shape;276;g3e23138d502_0_1056"/>
          <p:cNvSpPr>
            <a:spLocks noGrp="1"/>
          </p:cNvSpPr>
          <p:nvPr>
            <p:ph type="pic" idx="6"/>
          </p:nvPr>
        </p:nvSpPr>
        <p:spPr>
          <a:xfrm>
            <a:off x="4778358"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77" name="Google Shape;277;g3e23138d502_0_1056"/>
          <p:cNvSpPr>
            <a:spLocks noGrp="1"/>
          </p:cNvSpPr>
          <p:nvPr>
            <p:ph type="pic" idx="7"/>
          </p:nvPr>
        </p:nvSpPr>
        <p:spPr>
          <a:xfrm>
            <a:off x="7594525"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78" name="Google Shape;278;g3e23138d502_0_1056"/>
          <p:cNvSpPr txBox="1">
            <a:spLocks noGrp="1"/>
          </p:cNvSpPr>
          <p:nvPr>
            <p:ph type="body" idx="8"/>
          </p:nvPr>
        </p:nvSpPr>
        <p:spPr>
          <a:xfrm>
            <a:off x="7594525" y="5686374"/>
            <a:ext cx="26505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79" name="Google Shape;279;g3e23138d502_0_1056"/>
          <p:cNvSpPr txBox="1">
            <a:spLocks noGrp="1"/>
          </p:cNvSpPr>
          <p:nvPr>
            <p:ph type="body" idx="9"/>
          </p:nvPr>
        </p:nvSpPr>
        <p:spPr>
          <a:xfrm>
            <a:off x="7594525" y="5909019"/>
            <a:ext cx="26505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0" name="Google Shape;280;g3e23138d502_0_1056"/>
          <p:cNvSpPr>
            <a:spLocks noGrp="1"/>
          </p:cNvSpPr>
          <p:nvPr>
            <p:ph type="pic" idx="13"/>
          </p:nvPr>
        </p:nvSpPr>
        <p:spPr>
          <a:xfrm>
            <a:off x="6178203"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81" name="Google Shape;281;g3e23138d502_0_1056"/>
          <p:cNvSpPr>
            <a:spLocks noGrp="1"/>
          </p:cNvSpPr>
          <p:nvPr>
            <p:ph type="pic" idx="14"/>
          </p:nvPr>
        </p:nvSpPr>
        <p:spPr>
          <a:xfrm>
            <a:off x="3362036"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82" name="Google Shape;282;g3e23138d502_0_1056"/>
          <p:cNvSpPr>
            <a:spLocks noGrp="1"/>
          </p:cNvSpPr>
          <p:nvPr>
            <p:ph type="pic" idx="15"/>
          </p:nvPr>
        </p:nvSpPr>
        <p:spPr>
          <a:xfrm>
            <a:off x="545869"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83" name="Google Shape;283;g3e23138d502_0_1056"/>
          <p:cNvSpPr>
            <a:spLocks noGrp="1"/>
          </p:cNvSpPr>
          <p:nvPr>
            <p:ph type="pic" idx="16"/>
          </p:nvPr>
        </p:nvSpPr>
        <p:spPr>
          <a:xfrm>
            <a:off x="8994371"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84" name="Google Shape;284;g3e23138d502_0_1056"/>
          <p:cNvSpPr txBox="1">
            <a:spLocks noGrp="1"/>
          </p:cNvSpPr>
          <p:nvPr>
            <p:ph type="body" idx="17"/>
          </p:nvPr>
        </p:nvSpPr>
        <p:spPr>
          <a:xfrm>
            <a:off x="3364803"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5" name="Google Shape;285;g3e23138d502_0_1056"/>
          <p:cNvSpPr txBox="1">
            <a:spLocks noGrp="1"/>
          </p:cNvSpPr>
          <p:nvPr>
            <p:ph type="body" idx="18"/>
          </p:nvPr>
        </p:nvSpPr>
        <p:spPr>
          <a:xfrm>
            <a:off x="545868"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6" name="Google Shape;286;g3e23138d502_0_1056"/>
          <p:cNvSpPr txBox="1">
            <a:spLocks noGrp="1"/>
          </p:cNvSpPr>
          <p:nvPr>
            <p:ph type="body" idx="19"/>
          </p:nvPr>
        </p:nvSpPr>
        <p:spPr>
          <a:xfrm>
            <a:off x="3364803"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7" name="Google Shape;287;g3e23138d502_0_1056"/>
          <p:cNvSpPr txBox="1">
            <a:spLocks noGrp="1"/>
          </p:cNvSpPr>
          <p:nvPr>
            <p:ph type="body" idx="20"/>
          </p:nvPr>
        </p:nvSpPr>
        <p:spPr>
          <a:xfrm>
            <a:off x="545868"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8" name="Google Shape;288;g3e23138d502_0_1056"/>
          <p:cNvSpPr txBox="1">
            <a:spLocks noGrp="1"/>
          </p:cNvSpPr>
          <p:nvPr>
            <p:ph type="body" idx="21"/>
          </p:nvPr>
        </p:nvSpPr>
        <p:spPr>
          <a:xfrm>
            <a:off x="6178202"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89" name="Google Shape;289;g3e23138d502_0_1056"/>
          <p:cNvSpPr txBox="1">
            <a:spLocks noGrp="1"/>
          </p:cNvSpPr>
          <p:nvPr>
            <p:ph type="body" idx="22"/>
          </p:nvPr>
        </p:nvSpPr>
        <p:spPr>
          <a:xfrm>
            <a:off x="6178202"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90" name="Google Shape;290;g3e23138d502_0_1056"/>
          <p:cNvSpPr txBox="1">
            <a:spLocks noGrp="1"/>
          </p:cNvSpPr>
          <p:nvPr>
            <p:ph type="body" idx="23"/>
          </p:nvPr>
        </p:nvSpPr>
        <p:spPr>
          <a:xfrm>
            <a:off x="8994371"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91" name="Google Shape;291;g3e23138d502_0_1056"/>
          <p:cNvSpPr txBox="1">
            <a:spLocks noGrp="1"/>
          </p:cNvSpPr>
          <p:nvPr>
            <p:ph type="body" idx="24"/>
          </p:nvPr>
        </p:nvSpPr>
        <p:spPr>
          <a:xfrm>
            <a:off x="8994371"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292" name="Google Shape;292;g3e23138d502_0_1056"/>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293" name="Google Shape;293;g3e23138d502_0_1056"/>
          <p:cNvSpPr txBox="1">
            <a:spLocks noGrp="1"/>
          </p:cNvSpPr>
          <p:nvPr>
            <p:ph type="body" idx="25"/>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294"/>
        <p:cNvGrpSpPr/>
        <p:nvPr/>
      </p:nvGrpSpPr>
      <p:grpSpPr>
        <a:xfrm>
          <a:off x="0" y="0"/>
          <a:ext cx="0" cy="0"/>
          <a:chOff x="0" y="0"/>
          <a:chExt cx="0" cy="0"/>
        </a:xfrm>
      </p:grpSpPr>
      <p:sp>
        <p:nvSpPr>
          <p:cNvPr id="295" name="Google Shape;295;g3e23138d502_0_1080"/>
          <p:cNvSpPr>
            <a:spLocks noGrp="1"/>
          </p:cNvSpPr>
          <p:nvPr>
            <p:ph type="pic" idx="2"/>
          </p:nvPr>
        </p:nvSpPr>
        <p:spPr>
          <a:xfrm>
            <a:off x="545868"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96" name="Google Shape;296;g3e23138d502_0_1080"/>
          <p:cNvSpPr>
            <a:spLocks noGrp="1"/>
          </p:cNvSpPr>
          <p:nvPr>
            <p:ph type="pic" idx="3"/>
          </p:nvPr>
        </p:nvSpPr>
        <p:spPr>
          <a:xfrm>
            <a:off x="3362035"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97" name="Google Shape;297;g3e23138d502_0_1080"/>
          <p:cNvSpPr>
            <a:spLocks noGrp="1"/>
          </p:cNvSpPr>
          <p:nvPr>
            <p:ph type="pic" idx="4"/>
          </p:nvPr>
        </p:nvSpPr>
        <p:spPr>
          <a:xfrm>
            <a:off x="6178202"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98" name="Google Shape;298;g3e23138d502_0_1080"/>
          <p:cNvSpPr>
            <a:spLocks noGrp="1"/>
          </p:cNvSpPr>
          <p:nvPr>
            <p:ph type="pic" idx="5"/>
          </p:nvPr>
        </p:nvSpPr>
        <p:spPr>
          <a:xfrm>
            <a:off x="6178203"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299" name="Google Shape;299;g3e23138d502_0_1080"/>
          <p:cNvSpPr>
            <a:spLocks noGrp="1"/>
          </p:cNvSpPr>
          <p:nvPr>
            <p:ph type="pic" idx="6"/>
          </p:nvPr>
        </p:nvSpPr>
        <p:spPr>
          <a:xfrm>
            <a:off x="3362036"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00" name="Google Shape;300;g3e23138d502_0_1080"/>
          <p:cNvSpPr>
            <a:spLocks noGrp="1"/>
          </p:cNvSpPr>
          <p:nvPr>
            <p:ph type="pic" idx="7"/>
          </p:nvPr>
        </p:nvSpPr>
        <p:spPr>
          <a:xfrm>
            <a:off x="545869"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01" name="Google Shape;301;g3e23138d502_0_1080"/>
          <p:cNvSpPr>
            <a:spLocks noGrp="1"/>
          </p:cNvSpPr>
          <p:nvPr>
            <p:ph type="pic" idx="8"/>
          </p:nvPr>
        </p:nvSpPr>
        <p:spPr>
          <a:xfrm>
            <a:off x="8994371" y="1616605"/>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02" name="Google Shape;302;g3e23138d502_0_1080"/>
          <p:cNvSpPr>
            <a:spLocks noGrp="1"/>
          </p:cNvSpPr>
          <p:nvPr>
            <p:ph type="pic" idx="9"/>
          </p:nvPr>
        </p:nvSpPr>
        <p:spPr>
          <a:xfrm>
            <a:off x="8989354" y="3975399"/>
            <a:ext cx="26517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03" name="Google Shape;303;g3e23138d502_0_1080"/>
          <p:cNvSpPr txBox="1">
            <a:spLocks noGrp="1"/>
          </p:cNvSpPr>
          <p:nvPr>
            <p:ph type="body" idx="1"/>
          </p:nvPr>
        </p:nvSpPr>
        <p:spPr>
          <a:xfrm>
            <a:off x="3364803"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4" name="Google Shape;304;g3e23138d502_0_1080"/>
          <p:cNvSpPr txBox="1">
            <a:spLocks noGrp="1"/>
          </p:cNvSpPr>
          <p:nvPr>
            <p:ph type="body" idx="13"/>
          </p:nvPr>
        </p:nvSpPr>
        <p:spPr>
          <a:xfrm>
            <a:off x="545868"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5" name="Google Shape;305;g3e23138d502_0_1080"/>
          <p:cNvSpPr txBox="1">
            <a:spLocks noGrp="1"/>
          </p:cNvSpPr>
          <p:nvPr>
            <p:ph type="body" idx="14"/>
          </p:nvPr>
        </p:nvSpPr>
        <p:spPr>
          <a:xfrm>
            <a:off x="3364803"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6" name="Google Shape;306;g3e23138d502_0_1080"/>
          <p:cNvSpPr txBox="1">
            <a:spLocks noGrp="1"/>
          </p:cNvSpPr>
          <p:nvPr>
            <p:ph type="body" idx="15"/>
          </p:nvPr>
        </p:nvSpPr>
        <p:spPr>
          <a:xfrm>
            <a:off x="545868"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7" name="Google Shape;307;g3e23138d502_0_1080"/>
          <p:cNvSpPr txBox="1">
            <a:spLocks noGrp="1"/>
          </p:cNvSpPr>
          <p:nvPr>
            <p:ph type="body" idx="16"/>
          </p:nvPr>
        </p:nvSpPr>
        <p:spPr>
          <a:xfrm>
            <a:off x="6178202"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8" name="Google Shape;308;g3e23138d502_0_1080"/>
          <p:cNvSpPr txBox="1">
            <a:spLocks noGrp="1"/>
          </p:cNvSpPr>
          <p:nvPr>
            <p:ph type="body" idx="17"/>
          </p:nvPr>
        </p:nvSpPr>
        <p:spPr>
          <a:xfrm>
            <a:off x="6178202"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09" name="Google Shape;309;g3e23138d502_0_1080"/>
          <p:cNvSpPr txBox="1">
            <a:spLocks noGrp="1"/>
          </p:cNvSpPr>
          <p:nvPr>
            <p:ph type="body" idx="18"/>
          </p:nvPr>
        </p:nvSpPr>
        <p:spPr>
          <a:xfrm>
            <a:off x="8994371" y="3327295"/>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0" name="Google Shape;310;g3e23138d502_0_1080"/>
          <p:cNvSpPr txBox="1">
            <a:spLocks noGrp="1"/>
          </p:cNvSpPr>
          <p:nvPr>
            <p:ph type="body" idx="19"/>
          </p:nvPr>
        </p:nvSpPr>
        <p:spPr>
          <a:xfrm>
            <a:off x="8994371" y="3556498"/>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1" name="Google Shape;311;g3e23138d502_0_1080"/>
          <p:cNvSpPr txBox="1">
            <a:spLocks noGrp="1"/>
          </p:cNvSpPr>
          <p:nvPr>
            <p:ph type="body" idx="20"/>
          </p:nvPr>
        </p:nvSpPr>
        <p:spPr>
          <a:xfrm>
            <a:off x="3362444" y="5686374"/>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2" name="Google Shape;312;g3e23138d502_0_1080"/>
          <p:cNvSpPr txBox="1">
            <a:spLocks noGrp="1"/>
          </p:cNvSpPr>
          <p:nvPr>
            <p:ph type="body" idx="21"/>
          </p:nvPr>
        </p:nvSpPr>
        <p:spPr>
          <a:xfrm>
            <a:off x="543509" y="5686374"/>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3" name="Google Shape;313;g3e23138d502_0_1080"/>
          <p:cNvSpPr txBox="1">
            <a:spLocks noGrp="1"/>
          </p:cNvSpPr>
          <p:nvPr>
            <p:ph type="body" idx="22"/>
          </p:nvPr>
        </p:nvSpPr>
        <p:spPr>
          <a:xfrm>
            <a:off x="3362444" y="5915576"/>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4" name="Google Shape;314;g3e23138d502_0_1080"/>
          <p:cNvSpPr txBox="1">
            <a:spLocks noGrp="1"/>
          </p:cNvSpPr>
          <p:nvPr>
            <p:ph type="body" idx="23"/>
          </p:nvPr>
        </p:nvSpPr>
        <p:spPr>
          <a:xfrm>
            <a:off x="543509" y="5915576"/>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5" name="Google Shape;315;g3e23138d502_0_1080"/>
          <p:cNvSpPr txBox="1">
            <a:spLocks noGrp="1"/>
          </p:cNvSpPr>
          <p:nvPr>
            <p:ph type="body" idx="24"/>
          </p:nvPr>
        </p:nvSpPr>
        <p:spPr>
          <a:xfrm>
            <a:off x="6175843" y="5686374"/>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6" name="Google Shape;316;g3e23138d502_0_1080"/>
          <p:cNvSpPr txBox="1">
            <a:spLocks noGrp="1"/>
          </p:cNvSpPr>
          <p:nvPr>
            <p:ph type="body" idx="25"/>
          </p:nvPr>
        </p:nvSpPr>
        <p:spPr>
          <a:xfrm>
            <a:off x="6175843" y="5915576"/>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7" name="Google Shape;317;g3e23138d502_0_1080"/>
          <p:cNvSpPr txBox="1">
            <a:spLocks noGrp="1"/>
          </p:cNvSpPr>
          <p:nvPr>
            <p:ph type="body" idx="26"/>
          </p:nvPr>
        </p:nvSpPr>
        <p:spPr>
          <a:xfrm>
            <a:off x="8992012" y="5686374"/>
            <a:ext cx="2649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8" name="Google Shape;318;g3e23138d502_0_1080"/>
          <p:cNvSpPr txBox="1">
            <a:spLocks noGrp="1"/>
          </p:cNvSpPr>
          <p:nvPr>
            <p:ph type="body" idx="27"/>
          </p:nvPr>
        </p:nvSpPr>
        <p:spPr>
          <a:xfrm>
            <a:off x="8992012" y="5915576"/>
            <a:ext cx="2649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19" name="Google Shape;319;g3e23138d502_0_108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20" name="Google Shape;320;g3e23138d502_0_1080"/>
          <p:cNvSpPr txBox="1">
            <a:spLocks noGrp="1"/>
          </p:cNvSpPr>
          <p:nvPr>
            <p:ph type="body" idx="28"/>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9-up Image">
  <p:cSld name="9-up Image">
    <p:spTree>
      <p:nvGrpSpPr>
        <p:cNvPr id="1" name="Shape 321"/>
        <p:cNvGrpSpPr/>
        <p:nvPr/>
      </p:nvGrpSpPr>
      <p:grpSpPr>
        <a:xfrm>
          <a:off x="0" y="0"/>
          <a:ext cx="0" cy="0"/>
          <a:chOff x="0" y="0"/>
          <a:chExt cx="0" cy="0"/>
        </a:xfrm>
      </p:grpSpPr>
      <p:sp>
        <p:nvSpPr>
          <p:cNvPr id="322" name="Google Shape;322;g3e23138d502_0_1107"/>
          <p:cNvSpPr txBox="1">
            <a:spLocks noGrp="1"/>
          </p:cNvSpPr>
          <p:nvPr>
            <p:ph type="body" idx="1"/>
          </p:nvPr>
        </p:nvSpPr>
        <p:spPr>
          <a:xfrm>
            <a:off x="3927370" y="5686374"/>
            <a:ext cx="2087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23" name="Google Shape;323;g3e23138d502_0_1107"/>
          <p:cNvSpPr txBox="1">
            <a:spLocks noGrp="1"/>
          </p:cNvSpPr>
          <p:nvPr>
            <p:ph type="body" idx="2"/>
          </p:nvPr>
        </p:nvSpPr>
        <p:spPr>
          <a:xfrm>
            <a:off x="1679140" y="5686374"/>
            <a:ext cx="2085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24" name="Google Shape;324;g3e23138d502_0_1107"/>
          <p:cNvSpPr txBox="1">
            <a:spLocks noGrp="1"/>
          </p:cNvSpPr>
          <p:nvPr>
            <p:ph type="body" idx="3"/>
          </p:nvPr>
        </p:nvSpPr>
        <p:spPr>
          <a:xfrm>
            <a:off x="3927370" y="5909019"/>
            <a:ext cx="2087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25" name="Google Shape;325;g3e23138d502_0_1107"/>
          <p:cNvSpPr txBox="1">
            <a:spLocks noGrp="1"/>
          </p:cNvSpPr>
          <p:nvPr>
            <p:ph type="body" idx="4"/>
          </p:nvPr>
        </p:nvSpPr>
        <p:spPr>
          <a:xfrm>
            <a:off x="1679140" y="5909019"/>
            <a:ext cx="2085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26" name="Google Shape;326;g3e23138d502_0_1107"/>
          <p:cNvSpPr>
            <a:spLocks noGrp="1"/>
          </p:cNvSpPr>
          <p:nvPr>
            <p:ph type="pic" idx="5"/>
          </p:nvPr>
        </p:nvSpPr>
        <p:spPr>
          <a:xfrm>
            <a:off x="1673726"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27" name="Google Shape;327;g3e23138d502_0_1107"/>
          <p:cNvSpPr>
            <a:spLocks noGrp="1"/>
          </p:cNvSpPr>
          <p:nvPr>
            <p:ph type="pic" idx="6"/>
          </p:nvPr>
        </p:nvSpPr>
        <p:spPr>
          <a:xfrm>
            <a:off x="3926572"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28" name="Google Shape;328;g3e23138d502_0_1107"/>
          <p:cNvSpPr>
            <a:spLocks noGrp="1"/>
          </p:cNvSpPr>
          <p:nvPr>
            <p:ph type="pic" idx="7"/>
          </p:nvPr>
        </p:nvSpPr>
        <p:spPr>
          <a:xfrm>
            <a:off x="8428719"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29" name="Google Shape;329;g3e23138d502_0_1107"/>
          <p:cNvSpPr txBox="1">
            <a:spLocks noGrp="1"/>
          </p:cNvSpPr>
          <p:nvPr>
            <p:ph type="body" idx="8"/>
          </p:nvPr>
        </p:nvSpPr>
        <p:spPr>
          <a:xfrm>
            <a:off x="6177470" y="5686374"/>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30" name="Google Shape;330;g3e23138d502_0_1107"/>
          <p:cNvSpPr txBox="1">
            <a:spLocks noGrp="1"/>
          </p:cNvSpPr>
          <p:nvPr>
            <p:ph type="body" idx="9"/>
          </p:nvPr>
        </p:nvSpPr>
        <p:spPr>
          <a:xfrm>
            <a:off x="6177470" y="5909019"/>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31" name="Google Shape;331;g3e23138d502_0_1107"/>
          <p:cNvSpPr>
            <a:spLocks noGrp="1"/>
          </p:cNvSpPr>
          <p:nvPr>
            <p:ph type="pic" idx="13"/>
          </p:nvPr>
        </p:nvSpPr>
        <p:spPr>
          <a:xfrm>
            <a:off x="5050687"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2" name="Google Shape;332;g3e23138d502_0_1107"/>
          <p:cNvSpPr>
            <a:spLocks noGrp="1"/>
          </p:cNvSpPr>
          <p:nvPr>
            <p:ph type="pic" idx="14"/>
          </p:nvPr>
        </p:nvSpPr>
        <p:spPr>
          <a:xfrm>
            <a:off x="2798278"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3" name="Google Shape;333;g3e23138d502_0_1107"/>
          <p:cNvSpPr>
            <a:spLocks noGrp="1"/>
          </p:cNvSpPr>
          <p:nvPr>
            <p:ph type="pic" idx="15"/>
          </p:nvPr>
        </p:nvSpPr>
        <p:spPr>
          <a:xfrm>
            <a:off x="545869"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4" name="Google Shape;334;g3e23138d502_0_1107"/>
          <p:cNvSpPr>
            <a:spLocks noGrp="1"/>
          </p:cNvSpPr>
          <p:nvPr>
            <p:ph type="pic" idx="16"/>
          </p:nvPr>
        </p:nvSpPr>
        <p:spPr>
          <a:xfrm>
            <a:off x="7303096"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5" name="Google Shape;335;g3e23138d502_0_1107"/>
          <p:cNvSpPr>
            <a:spLocks noGrp="1"/>
          </p:cNvSpPr>
          <p:nvPr>
            <p:ph type="pic" idx="17"/>
          </p:nvPr>
        </p:nvSpPr>
        <p:spPr>
          <a:xfrm>
            <a:off x="9555505"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6" name="Google Shape;336;g3e23138d502_0_1107"/>
          <p:cNvSpPr>
            <a:spLocks noGrp="1"/>
          </p:cNvSpPr>
          <p:nvPr>
            <p:ph type="pic" idx="18"/>
          </p:nvPr>
        </p:nvSpPr>
        <p:spPr>
          <a:xfrm>
            <a:off x="6175873"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37" name="Google Shape;337;g3e23138d502_0_1107"/>
          <p:cNvSpPr txBox="1">
            <a:spLocks noGrp="1"/>
          </p:cNvSpPr>
          <p:nvPr>
            <p:ph type="body" idx="19"/>
          </p:nvPr>
        </p:nvSpPr>
        <p:spPr>
          <a:xfrm>
            <a:off x="8435808" y="5686374"/>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38" name="Google Shape;338;g3e23138d502_0_1107"/>
          <p:cNvSpPr txBox="1">
            <a:spLocks noGrp="1"/>
          </p:cNvSpPr>
          <p:nvPr>
            <p:ph type="body" idx="20"/>
          </p:nvPr>
        </p:nvSpPr>
        <p:spPr>
          <a:xfrm>
            <a:off x="8435808" y="5909019"/>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39" name="Google Shape;339;g3e23138d502_0_1107"/>
          <p:cNvSpPr txBox="1">
            <a:spLocks noGrp="1"/>
          </p:cNvSpPr>
          <p:nvPr>
            <p:ph type="body" idx="21"/>
          </p:nvPr>
        </p:nvSpPr>
        <p:spPr>
          <a:xfrm>
            <a:off x="5047304"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0" name="Google Shape;340;g3e23138d502_0_1107"/>
          <p:cNvSpPr txBox="1">
            <a:spLocks noGrp="1"/>
          </p:cNvSpPr>
          <p:nvPr>
            <p:ph type="body" idx="22"/>
          </p:nvPr>
        </p:nvSpPr>
        <p:spPr>
          <a:xfrm>
            <a:off x="2797319"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1" name="Google Shape;341;g3e23138d502_0_1107"/>
          <p:cNvSpPr txBox="1">
            <a:spLocks noGrp="1"/>
          </p:cNvSpPr>
          <p:nvPr>
            <p:ph type="body" idx="23"/>
          </p:nvPr>
        </p:nvSpPr>
        <p:spPr>
          <a:xfrm>
            <a:off x="5047304"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2" name="Google Shape;342;g3e23138d502_0_1107"/>
          <p:cNvSpPr txBox="1">
            <a:spLocks noGrp="1"/>
          </p:cNvSpPr>
          <p:nvPr>
            <p:ph type="body" idx="24"/>
          </p:nvPr>
        </p:nvSpPr>
        <p:spPr>
          <a:xfrm>
            <a:off x="2797319"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3" name="Google Shape;343;g3e23138d502_0_1107"/>
          <p:cNvSpPr txBox="1">
            <a:spLocks noGrp="1"/>
          </p:cNvSpPr>
          <p:nvPr>
            <p:ph type="body" idx="25"/>
          </p:nvPr>
        </p:nvSpPr>
        <p:spPr>
          <a:xfrm>
            <a:off x="7300221"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4" name="Google Shape;344;g3e23138d502_0_1107"/>
          <p:cNvSpPr txBox="1">
            <a:spLocks noGrp="1"/>
          </p:cNvSpPr>
          <p:nvPr>
            <p:ph type="body" idx="26"/>
          </p:nvPr>
        </p:nvSpPr>
        <p:spPr>
          <a:xfrm>
            <a:off x="7300221"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5" name="Google Shape;345;g3e23138d502_0_1107"/>
          <p:cNvSpPr txBox="1">
            <a:spLocks noGrp="1"/>
          </p:cNvSpPr>
          <p:nvPr>
            <p:ph type="body" idx="27"/>
          </p:nvPr>
        </p:nvSpPr>
        <p:spPr>
          <a:xfrm>
            <a:off x="9555505"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6" name="Google Shape;346;g3e23138d502_0_1107"/>
          <p:cNvSpPr txBox="1">
            <a:spLocks noGrp="1"/>
          </p:cNvSpPr>
          <p:nvPr>
            <p:ph type="body" idx="28"/>
          </p:nvPr>
        </p:nvSpPr>
        <p:spPr>
          <a:xfrm>
            <a:off x="9555505"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7" name="Google Shape;347;g3e23138d502_0_1107"/>
          <p:cNvSpPr txBox="1">
            <a:spLocks noGrp="1"/>
          </p:cNvSpPr>
          <p:nvPr>
            <p:ph type="body" idx="29"/>
          </p:nvPr>
        </p:nvSpPr>
        <p:spPr>
          <a:xfrm>
            <a:off x="545869"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8" name="Google Shape;348;g3e23138d502_0_1107"/>
          <p:cNvSpPr txBox="1">
            <a:spLocks noGrp="1"/>
          </p:cNvSpPr>
          <p:nvPr>
            <p:ph type="body" idx="30"/>
          </p:nvPr>
        </p:nvSpPr>
        <p:spPr>
          <a:xfrm>
            <a:off x="545869"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49" name="Google Shape;349;g3e23138d502_0_1107"/>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50" name="Google Shape;350;g3e23138d502_0_1107"/>
          <p:cNvSpPr txBox="1">
            <a:spLocks noGrp="1"/>
          </p:cNvSpPr>
          <p:nvPr>
            <p:ph type="body" idx="3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351"/>
        <p:cNvGrpSpPr/>
        <p:nvPr/>
      </p:nvGrpSpPr>
      <p:grpSpPr>
        <a:xfrm>
          <a:off x="0" y="0"/>
          <a:ext cx="0" cy="0"/>
          <a:chOff x="0" y="0"/>
          <a:chExt cx="0" cy="0"/>
        </a:xfrm>
      </p:grpSpPr>
      <p:sp>
        <p:nvSpPr>
          <p:cNvPr id="352" name="Google Shape;352;g3e23138d502_0_1137"/>
          <p:cNvSpPr txBox="1">
            <a:spLocks noGrp="1"/>
          </p:cNvSpPr>
          <p:nvPr>
            <p:ph type="body" idx="1"/>
          </p:nvPr>
        </p:nvSpPr>
        <p:spPr>
          <a:xfrm>
            <a:off x="2794098" y="5686374"/>
            <a:ext cx="20871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53" name="Google Shape;353;g3e23138d502_0_1137"/>
          <p:cNvSpPr txBox="1">
            <a:spLocks noGrp="1"/>
          </p:cNvSpPr>
          <p:nvPr>
            <p:ph type="body" idx="2"/>
          </p:nvPr>
        </p:nvSpPr>
        <p:spPr>
          <a:xfrm>
            <a:off x="545868" y="5686374"/>
            <a:ext cx="2085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54" name="Google Shape;354;g3e23138d502_0_1137"/>
          <p:cNvSpPr txBox="1">
            <a:spLocks noGrp="1"/>
          </p:cNvSpPr>
          <p:nvPr>
            <p:ph type="body" idx="3"/>
          </p:nvPr>
        </p:nvSpPr>
        <p:spPr>
          <a:xfrm>
            <a:off x="2794098" y="5909019"/>
            <a:ext cx="20871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55" name="Google Shape;355;g3e23138d502_0_1137"/>
          <p:cNvSpPr txBox="1">
            <a:spLocks noGrp="1"/>
          </p:cNvSpPr>
          <p:nvPr>
            <p:ph type="body" idx="4"/>
          </p:nvPr>
        </p:nvSpPr>
        <p:spPr>
          <a:xfrm>
            <a:off x="545868" y="5909019"/>
            <a:ext cx="2085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56" name="Google Shape;356;g3e23138d502_0_1137"/>
          <p:cNvSpPr>
            <a:spLocks noGrp="1"/>
          </p:cNvSpPr>
          <p:nvPr>
            <p:ph type="pic" idx="5"/>
          </p:nvPr>
        </p:nvSpPr>
        <p:spPr>
          <a:xfrm>
            <a:off x="545868"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57" name="Google Shape;357;g3e23138d502_0_1137"/>
          <p:cNvSpPr>
            <a:spLocks noGrp="1"/>
          </p:cNvSpPr>
          <p:nvPr>
            <p:ph type="pic" idx="6"/>
          </p:nvPr>
        </p:nvSpPr>
        <p:spPr>
          <a:xfrm>
            <a:off x="2798714"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58" name="Google Shape;358;g3e23138d502_0_1137"/>
          <p:cNvSpPr>
            <a:spLocks noGrp="1"/>
          </p:cNvSpPr>
          <p:nvPr>
            <p:ph type="pic" idx="7"/>
          </p:nvPr>
        </p:nvSpPr>
        <p:spPr>
          <a:xfrm>
            <a:off x="7300862"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59" name="Google Shape;359;g3e23138d502_0_1137"/>
          <p:cNvSpPr txBox="1">
            <a:spLocks noGrp="1"/>
          </p:cNvSpPr>
          <p:nvPr>
            <p:ph type="body" idx="8"/>
          </p:nvPr>
        </p:nvSpPr>
        <p:spPr>
          <a:xfrm>
            <a:off x="5044198" y="5686374"/>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60" name="Google Shape;360;g3e23138d502_0_1137"/>
          <p:cNvSpPr txBox="1">
            <a:spLocks noGrp="1"/>
          </p:cNvSpPr>
          <p:nvPr>
            <p:ph type="body" idx="9"/>
          </p:nvPr>
        </p:nvSpPr>
        <p:spPr>
          <a:xfrm>
            <a:off x="5044198" y="5909019"/>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61" name="Google Shape;361;g3e23138d502_0_1137"/>
          <p:cNvSpPr>
            <a:spLocks noGrp="1"/>
          </p:cNvSpPr>
          <p:nvPr>
            <p:ph type="pic" idx="13"/>
          </p:nvPr>
        </p:nvSpPr>
        <p:spPr>
          <a:xfrm>
            <a:off x="5050687"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2" name="Google Shape;362;g3e23138d502_0_1137"/>
          <p:cNvSpPr>
            <a:spLocks noGrp="1"/>
          </p:cNvSpPr>
          <p:nvPr>
            <p:ph type="pic" idx="14"/>
          </p:nvPr>
        </p:nvSpPr>
        <p:spPr>
          <a:xfrm>
            <a:off x="2798278"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3" name="Google Shape;363;g3e23138d502_0_1137"/>
          <p:cNvSpPr>
            <a:spLocks noGrp="1"/>
          </p:cNvSpPr>
          <p:nvPr>
            <p:ph type="pic" idx="15"/>
          </p:nvPr>
        </p:nvSpPr>
        <p:spPr>
          <a:xfrm>
            <a:off x="545869"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4" name="Google Shape;364;g3e23138d502_0_1137"/>
          <p:cNvSpPr>
            <a:spLocks noGrp="1"/>
          </p:cNvSpPr>
          <p:nvPr>
            <p:ph type="pic" idx="16"/>
          </p:nvPr>
        </p:nvSpPr>
        <p:spPr>
          <a:xfrm>
            <a:off x="7303096"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5" name="Google Shape;365;g3e23138d502_0_1137"/>
          <p:cNvSpPr>
            <a:spLocks noGrp="1"/>
          </p:cNvSpPr>
          <p:nvPr>
            <p:ph type="pic" idx="17"/>
          </p:nvPr>
        </p:nvSpPr>
        <p:spPr>
          <a:xfrm>
            <a:off x="9555505" y="1616280"/>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6" name="Google Shape;366;g3e23138d502_0_1137"/>
          <p:cNvSpPr>
            <a:spLocks noGrp="1"/>
          </p:cNvSpPr>
          <p:nvPr>
            <p:ph type="pic" idx="18"/>
          </p:nvPr>
        </p:nvSpPr>
        <p:spPr>
          <a:xfrm>
            <a:off x="5048016"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67" name="Google Shape;367;g3e23138d502_0_1137"/>
          <p:cNvSpPr txBox="1">
            <a:spLocks noGrp="1"/>
          </p:cNvSpPr>
          <p:nvPr>
            <p:ph type="body" idx="19"/>
          </p:nvPr>
        </p:nvSpPr>
        <p:spPr>
          <a:xfrm>
            <a:off x="7302536" y="5686374"/>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68" name="Google Shape;368;g3e23138d502_0_1137"/>
          <p:cNvSpPr txBox="1">
            <a:spLocks noGrp="1"/>
          </p:cNvSpPr>
          <p:nvPr>
            <p:ph type="body" idx="20"/>
          </p:nvPr>
        </p:nvSpPr>
        <p:spPr>
          <a:xfrm>
            <a:off x="7302536" y="5909019"/>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69" name="Google Shape;369;g3e23138d502_0_1137"/>
          <p:cNvSpPr txBox="1">
            <a:spLocks noGrp="1"/>
          </p:cNvSpPr>
          <p:nvPr>
            <p:ph type="body" idx="21"/>
          </p:nvPr>
        </p:nvSpPr>
        <p:spPr>
          <a:xfrm>
            <a:off x="5047304"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0" name="Google Shape;370;g3e23138d502_0_1137"/>
          <p:cNvSpPr txBox="1">
            <a:spLocks noGrp="1"/>
          </p:cNvSpPr>
          <p:nvPr>
            <p:ph type="body" idx="22"/>
          </p:nvPr>
        </p:nvSpPr>
        <p:spPr>
          <a:xfrm>
            <a:off x="2797319"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1" name="Google Shape;371;g3e23138d502_0_1137"/>
          <p:cNvSpPr txBox="1">
            <a:spLocks noGrp="1"/>
          </p:cNvSpPr>
          <p:nvPr>
            <p:ph type="body" idx="23"/>
          </p:nvPr>
        </p:nvSpPr>
        <p:spPr>
          <a:xfrm>
            <a:off x="5047304"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2" name="Google Shape;372;g3e23138d502_0_1137"/>
          <p:cNvSpPr txBox="1">
            <a:spLocks noGrp="1"/>
          </p:cNvSpPr>
          <p:nvPr>
            <p:ph type="body" idx="24"/>
          </p:nvPr>
        </p:nvSpPr>
        <p:spPr>
          <a:xfrm>
            <a:off x="2797319"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3" name="Google Shape;373;g3e23138d502_0_1137"/>
          <p:cNvSpPr txBox="1">
            <a:spLocks noGrp="1"/>
          </p:cNvSpPr>
          <p:nvPr>
            <p:ph type="body" idx="25"/>
          </p:nvPr>
        </p:nvSpPr>
        <p:spPr>
          <a:xfrm>
            <a:off x="7300221"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4" name="Google Shape;374;g3e23138d502_0_1137"/>
          <p:cNvSpPr txBox="1">
            <a:spLocks noGrp="1"/>
          </p:cNvSpPr>
          <p:nvPr>
            <p:ph type="body" idx="26"/>
          </p:nvPr>
        </p:nvSpPr>
        <p:spPr>
          <a:xfrm>
            <a:off x="7300221"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5" name="Google Shape;375;g3e23138d502_0_1137"/>
          <p:cNvSpPr txBox="1">
            <a:spLocks noGrp="1"/>
          </p:cNvSpPr>
          <p:nvPr>
            <p:ph type="body" idx="27"/>
          </p:nvPr>
        </p:nvSpPr>
        <p:spPr>
          <a:xfrm>
            <a:off x="9555505"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6" name="Google Shape;376;g3e23138d502_0_1137"/>
          <p:cNvSpPr txBox="1">
            <a:spLocks noGrp="1"/>
          </p:cNvSpPr>
          <p:nvPr>
            <p:ph type="body" idx="28"/>
          </p:nvPr>
        </p:nvSpPr>
        <p:spPr>
          <a:xfrm>
            <a:off x="9555505"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7" name="Google Shape;377;g3e23138d502_0_1137"/>
          <p:cNvSpPr>
            <a:spLocks noGrp="1"/>
          </p:cNvSpPr>
          <p:nvPr>
            <p:ph type="pic" idx="29"/>
          </p:nvPr>
        </p:nvSpPr>
        <p:spPr>
          <a:xfrm>
            <a:off x="9553708" y="3975399"/>
            <a:ext cx="2088000" cy="1645800"/>
          </a:xfrm>
          <a:prstGeom prst="rect">
            <a:avLst/>
          </a:prstGeom>
          <a:solidFill>
            <a:srgbClr val="151617">
              <a:alpha val="60780"/>
            </a:srgbClr>
          </a:solidFill>
          <a:ln w="3175" cap="flat" cmpd="sng">
            <a:solidFill>
              <a:schemeClr val="accent5"/>
            </a:solidFill>
            <a:prstDash val="solid"/>
            <a:round/>
            <a:headEnd type="none" w="sm" len="sm"/>
            <a:tailEnd type="none" w="sm" len="sm"/>
          </a:ln>
        </p:spPr>
      </p:sp>
      <p:sp>
        <p:nvSpPr>
          <p:cNvPr id="378" name="Google Shape;378;g3e23138d502_0_1137"/>
          <p:cNvSpPr txBox="1">
            <a:spLocks noGrp="1"/>
          </p:cNvSpPr>
          <p:nvPr>
            <p:ph type="body" idx="30"/>
          </p:nvPr>
        </p:nvSpPr>
        <p:spPr>
          <a:xfrm>
            <a:off x="9548294" y="5701190"/>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79" name="Google Shape;379;g3e23138d502_0_1137"/>
          <p:cNvSpPr txBox="1">
            <a:spLocks noGrp="1"/>
          </p:cNvSpPr>
          <p:nvPr>
            <p:ph type="body" idx="31"/>
          </p:nvPr>
        </p:nvSpPr>
        <p:spPr>
          <a:xfrm>
            <a:off x="9548294" y="5930392"/>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80" name="Google Shape;380;g3e23138d502_0_1137"/>
          <p:cNvSpPr txBox="1">
            <a:spLocks noGrp="1"/>
          </p:cNvSpPr>
          <p:nvPr>
            <p:ph type="body" idx="32"/>
          </p:nvPr>
        </p:nvSpPr>
        <p:spPr>
          <a:xfrm>
            <a:off x="545869" y="3327295"/>
            <a:ext cx="2088000" cy="250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81" name="Google Shape;381;g3e23138d502_0_1137"/>
          <p:cNvSpPr txBox="1">
            <a:spLocks noGrp="1"/>
          </p:cNvSpPr>
          <p:nvPr>
            <p:ph type="body" idx="33"/>
          </p:nvPr>
        </p:nvSpPr>
        <p:spPr>
          <a:xfrm>
            <a:off x="545869" y="3556498"/>
            <a:ext cx="2088000" cy="2502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82" name="Google Shape;382;g3e23138d502_0_1137"/>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83" name="Google Shape;383;g3e23138d502_0_1137"/>
          <p:cNvSpPr txBox="1">
            <a:spLocks noGrp="1"/>
          </p:cNvSpPr>
          <p:nvPr>
            <p:ph type="body" idx="34"/>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mage Left - Text Right">
  <p:cSld name="Image Left - Text Right">
    <p:spTree>
      <p:nvGrpSpPr>
        <p:cNvPr id="1" name="Shape 384"/>
        <p:cNvGrpSpPr/>
        <p:nvPr/>
      </p:nvGrpSpPr>
      <p:grpSpPr>
        <a:xfrm>
          <a:off x="0" y="0"/>
          <a:ext cx="0" cy="0"/>
          <a:chOff x="0" y="0"/>
          <a:chExt cx="0" cy="0"/>
        </a:xfrm>
      </p:grpSpPr>
      <p:sp>
        <p:nvSpPr>
          <p:cNvPr id="385" name="Google Shape;385;g3e23138d502_0_1170"/>
          <p:cNvSpPr>
            <a:spLocks noGrp="1"/>
          </p:cNvSpPr>
          <p:nvPr>
            <p:ph type="pic" idx="2"/>
          </p:nvPr>
        </p:nvSpPr>
        <p:spPr>
          <a:xfrm>
            <a:off x="0" y="0"/>
            <a:ext cx="54711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
        <p:nvSpPr>
          <p:cNvPr id="386" name="Google Shape;386;g3e23138d502_0_1170"/>
          <p:cNvSpPr txBox="1">
            <a:spLocks noGrp="1"/>
          </p:cNvSpPr>
          <p:nvPr>
            <p:ph type="title"/>
          </p:nvPr>
        </p:nvSpPr>
        <p:spPr>
          <a:xfrm>
            <a:off x="6376416" y="100688"/>
            <a:ext cx="48798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87" name="Google Shape;387;g3e23138d502_0_1170"/>
          <p:cNvSpPr txBox="1">
            <a:spLocks noGrp="1"/>
          </p:cNvSpPr>
          <p:nvPr>
            <p:ph type="body" idx="1"/>
          </p:nvPr>
        </p:nvSpPr>
        <p:spPr>
          <a:xfrm>
            <a:off x="6376416" y="2329397"/>
            <a:ext cx="4879800" cy="37818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388" name="Google Shape;388;g3e23138d502_0_1170"/>
          <p:cNvSpPr txBox="1">
            <a:spLocks noGrp="1"/>
          </p:cNvSpPr>
          <p:nvPr>
            <p:ph type="body" idx="3"/>
          </p:nvPr>
        </p:nvSpPr>
        <p:spPr>
          <a:xfrm>
            <a:off x="6376416" y="1243923"/>
            <a:ext cx="4879800" cy="4695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20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cxnSp>
        <p:nvCxnSpPr>
          <p:cNvPr id="389" name="Google Shape;389;g3e23138d502_0_1170"/>
          <p:cNvCxnSpPr/>
          <p:nvPr/>
        </p:nvCxnSpPr>
        <p:spPr>
          <a:xfrm>
            <a:off x="5471054" y="1897743"/>
            <a:ext cx="5760900" cy="0"/>
          </a:xfrm>
          <a:prstGeom prst="straightConnector1">
            <a:avLst/>
          </a:prstGeom>
          <a:noFill/>
          <a:ln w="10575" cap="flat" cmpd="sng">
            <a:solidFill>
              <a:schemeClr val="accent5"/>
            </a:solidFill>
            <a:prstDash val="solid"/>
            <a:round/>
            <a:headEnd type="none" w="sm" len="sm"/>
            <a:tailEnd type="none" w="sm" len="sm"/>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Image Left - Text Right NO SUBTITLE">
  <p:cSld name="Image Left - Text Right NO SUBTITLE">
    <p:spTree>
      <p:nvGrpSpPr>
        <p:cNvPr id="1" name="Shape 390"/>
        <p:cNvGrpSpPr/>
        <p:nvPr/>
      </p:nvGrpSpPr>
      <p:grpSpPr>
        <a:xfrm>
          <a:off x="0" y="0"/>
          <a:ext cx="0" cy="0"/>
          <a:chOff x="0" y="0"/>
          <a:chExt cx="0" cy="0"/>
        </a:xfrm>
      </p:grpSpPr>
      <p:sp>
        <p:nvSpPr>
          <p:cNvPr id="391" name="Google Shape;391;g3e23138d502_0_1176"/>
          <p:cNvSpPr txBox="1">
            <a:spLocks noGrp="1"/>
          </p:cNvSpPr>
          <p:nvPr>
            <p:ph type="body" idx="1"/>
          </p:nvPr>
        </p:nvSpPr>
        <p:spPr>
          <a:xfrm>
            <a:off x="6376416" y="2329397"/>
            <a:ext cx="4879800" cy="37818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NVIDIA Sans"/>
                <a:ea typeface="NVIDIA Sans"/>
                <a:cs typeface="NVIDIA Sans"/>
                <a:sym typeface="NVIDIA Sans"/>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NVIDIA Sans"/>
                <a:ea typeface="NVIDIA Sans"/>
                <a:cs typeface="NVIDIA Sans"/>
                <a:sym typeface="NVIDIA Sans"/>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NVIDIA Sans"/>
                <a:ea typeface="NVIDIA Sans"/>
                <a:cs typeface="NVIDIA Sans"/>
                <a:sym typeface="NVIDIA Sans"/>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NVIDIA Sans"/>
                <a:ea typeface="NVIDIA Sans"/>
                <a:cs typeface="NVIDIA Sans"/>
                <a:sym typeface="NVIDIA Sans"/>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cxnSp>
        <p:nvCxnSpPr>
          <p:cNvPr id="392" name="Google Shape;392;g3e23138d502_0_1176"/>
          <p:cNvCxnSpPr/>
          <p:nvPr/>
        </p:nvCxnSpPr>
        <p:spPr>
          <a:xfrm>
            <a:off x="5471054" y="1897743"/>
            <a:ext cx="5760900" cy="0"/>
          </a:xfrm>
          <a:prstGeom prst="straightConnector1">
            <a:avLst/>
          </a:prstGeom>
          <a:noFill/>
          <a:ln w="10575" cap="flat" cmpd="sng">
            <a:solidFill>
              <a:schemeClr val="accent5"/>
            </a:solidFill>
            <a:prstDash val="solid"/>
            <a:round/>
            <a:headEnd type="none" w="sm" len="sm"/>
            <a:tailEnd type="none" w="sm" len="sm"/>
          </a:ln>
        </p:spPr>
      </p:cxnSp>
      <p:sp>
        <p:nvSpPr>
          <p:cNvPr id="393" name="Google Shape;393;g3e23138d502_0_1176"/>
          <p:cNvSpPr txBox="1">
            <a:spLocks noGrp="1"/>
          </p:cNvSpPr>
          <p:nvPr>
            <p:ph type="title"/>
          </p:nvPr>
        </p:nvSpPr>
        <p:spPr>
          <a:xfrm>
            <a:off x="6376416" y="406259"/>
            <a:ext cx="48798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94" name="Google Shape;394;g3e23138d502_0_1176"/>
          <p:cNvSpPr>
            <a:spLocks noGrp="1"/>
          </p:cNvSpPr>
          <p:nvPr>
            <p:ph type="pic" idx="2"/>
          </p:nvPr>
        </p:nvSpPr>
        <p:spPr>
          <a:xfrm>
            <a:off x="0" y="0"/>
            <a:ext cx="54711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ext Left NO BULLETS - Image Right ">
  <p:cSld name="Text Left NO BULLETS - Image Right ">
    <p:spTree>
      <p:nvGrpSpPr>
        <p:cNvPr id="1" name="Shape 395"/>
        <p:cNvGrpSpPr/>
        <p:nvPr/>
      </p:nvGrpSpPr>
      <p:grpSpPr>
        <a:xfrm>
          <a:off x="0" y="0"/>
          <a:ext cx="0" cy="0"/>
          <a:chOff x="0" y="0"/>
          <a:chExt cx="0" cy="0"/>
        </a:xfrm>
      </p:grpSpPr>
      <p:sp>
        <p:nvSpPr>
          <p:cNvPr id="396" name="Google Shape;396;g3e23138d502_0_1181"/>
          <p:cNvSpPr/>
          <p:nvPr/>
        </p:nvSpPr>
        <p:spPr>
          <a:xfrm>
            <a:off x="10988040" y="6309360"/>
            <a:ext cx="1203900" cy="5487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397" name="Google Shape;397;g3e23138d502_0_1181"/>
          <p:cNvSpPr txBox="1">
            <a:spLocks noGrp="1"/>
          </p:cNvSpPr>
          <p:nvPr>
            <p:ph type="title"/>
          </p:nvPr>
        </p:nvSpPr>
        <p:spPr>
          <a:xfrm>
            <a:off x="865632" y="2276531"/>
            <a:ext cx="40476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398" name="Google Shape;398;g3e23138d502_0_1181"/>
          <p:cNvSpPr txBox="1">
            <a:spLocks noGrp="1"/>
          </p:cNvSpPr>
          <p:nvPr>
            <p:ph type="body" idx="1"/>
          </p:nvPr>
        </p:nvSpPr>
        <p:spPr>
          <a:xfrm>
            <a:off x="865632" y="3427707"/>
            <a:ext cx="4047600" cy="4695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20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grpSp>
        <p:nvGrpSpPr>
          <p:cNvPr id="399" name="Google Shape;399;g3e23138d502_0_1181"/>
          <p:cNvGrpSpPr/>
          <p:nvPr/>
        </p:nvGrpSpPr>
        <p:grpSpPr>
          <a:xfrm>
            <a:off x="0" y="6500821"/>
            <a:ext cx="776779" cy="360986"/>
            <a:chOff x="0" y="19504414"/>
            <a:chExt cx="2330569" cy="1083065"/>
          </a:xfrm>
        </p:grpSpPr>
        <p:sp>
          <p:nvSpPr>
            <p:cNvPr id="400" name="Google Shape;400;g3e23138d502_0_1181"/>
            <p:cNvSpPr/>
            <p:nvPr/>
          </p:nvSpPr>
          <p:spPr>
            <a:xfrm>
              <a:off x="0" y="19697679"/>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pic>
          <p:nvPicPr>
            <p:cNvPr id="401" name="Google Shape;401;g3e23138d502_0_1181"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
        <p:nvSpPr>
          <p:cNvPr id="402" name="Google Shape;402;g3e23138d502_0_1181"/>
          <p:cNvSpPr>
            <a:spLocks noGrp="1"/>
          </p:cNvSpPr>
          <p:nvPr>
            <p:ph type="pic" idx="2"/>
          </p:nvPr>
        </p:nvSpPr>
        <p:spPr>
          <a:xfrm>
            <a:off x="5474208" y="0"/>
            <a:ext cx="67179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Left TITLE ONLY - Image Right">
  <p:cSld name="Text Left TITLE ONLY - Image Right">
    <p:spTree>
      <p:nvGrpSpPr>
        <p:cNvPr id="1" name="Shape 403"/>
        <p:cNvGrpSpPr/>
        <p:nvPr/>
      </p:nvGrpSpPr>
      <p:grpSpPr>
        <a:xfrm>
          <a:off x="0" y="0"/>
          <a:ext cx="0" cy="0"/>
          <a:chOff x="0" y="0"/>
          <a:chExt cx="0" cy="0"/>
        </a:xfrm>
      </p:grpSpPr>
      <p:sp>
        <p:nvSpPr>
          <p:cNvPr id="404" name="Google Shape;404;g3e23138d502_0_1189"/>
          <p:cNvSpPr/>
          <p:nvPr/>
        </p:nvSpPr>
        <p:spPr>
          <a:xfrm>
            <a:off x="10988040" y="6309360"/>
            <a:ext cx="1203900" cy="5487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405" name="Google Shape;405;g3e23138d502_0_1189"/>
          <p:cNvSpPr>
            <a:spLocks noGrp="1"/>
          </p:cNvSpPr>
          <p:nvPr>
            <p:ph type="pic" idx="2"/>
          </p:nvPr>
        </p:nvSpPr>
        <p:spPr>
          <a:xfrm>
            <a:off x="5474208" y="0"/>
            <a:ext cx="6717900" cy="6858000"/>
          </a:xfrm>
          <a:prstGeom prst="rect">
            <a:avLst/>
          </a:prstGeom>
          <a:solidFill>
            <a:srgbClr val="F2F2F2">
              <a:alpha val="60780"/>
            </a:srgbClr>
          </a:solidFill>
          <a:ln w="3175" cap="flat" cmpd="sng">
            <a:solidFill>
              <a:schemeClr val="accent5"/>
            </a:solidFill>
            <a:prstDash val="solid"/>
            <a:round/>
            <a:headEnd type="none" w="sm" len="sm"/>
            <a:tailEnd type="none" w="sm" len="sm"/>
          </a:ln>
        </p:spPr>
      </p:sp>
      <p:sp>
        <p:nvSpPr>
          <p:cNvPr id="406" name="Google Shape;406;g3e23138d502_0_1189"/>
          <p:cNvSpPr txBox="1">
            <a:spLocks noGrp="1"/>
          </p:cNvSpPr>
          <p:nvPr>
            <p:ph type="title"/>
          </p:nvPr>
        </p:nvSpPr>
        <p:spPr>
          <a:xfrm>
            <a:off x="865632" y="2868051"/>
            <a:ext cx="4059900" cy="1122000"/>
          </a:xfrm>
          <a:prstGeom prst="rect">
            <a:avLst/>
          </a:prstGeom>
          <a:noFill/>
          <a:ln>
            <a:noFill/>
          </a:ln>
        </p:spPr>
        <p:txBody>
          <a:bodyPr spcFirstLastPara="1" wrap="square" lIns="30475" tIns="15225" rIns="30475" bIns="15225" anchor="ctr" anchorCtr="0">
            <a:normAutofit/>
          </a:bodyPr>
          <a:lstStyle>
            <a:lvl1pPr lvl="0" algn="l">
              <a:lnSpc>
                <a:spcPct val="90000"/>
              </a:lnSpc>
              <a:spcBef>
                <a:spcPts val="20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grpSp>
        <p:nvGrpSpPr>
          <p:cNvPr id="407" name="Google Shape;407;g3e23138d502_0_1189"/>
          <p:cNvGrpSpPr/>
          <p:nvPr/>
        </p:nvGrpSpPr>
        <p:grpSpPr>
          <a:xfrm>
            <a:off x="0" y="6500821"/>
            <a:ext cx="776779" cy="360986"/>
            <a:chOff x="0" y="19504414"/>
            <a:chExt cx="2330569" cy="1083065"/>
          </a:xfrm>
        </p:grpSpPr>
        <p:sp>
          <p:nvSpPr>
            <p:cNvPr id="408" name="Google Shape;408;g3e23138d502_0_1189"/>
            <p:cNvSpPr/>
            <p:nvPr/>
          </p:nvSpPr>
          <p:spPr>
            <a:xfrm>
              <a:off x="0" y="19697679"/>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pic>
          <p:nvPicPr>
            <p:cNvPr id="409" name="Google Shape;409;g3e23138d502_0_1189"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DING Layout">
  <p:cSld name="CODING Layout">
    <p:spTree>
      <p:nvGrpSpPr>
        <p:cNvPr id="1" name="Shape 410"/>
        <p:cNvGrpSpPr/>
        <p:nvPr/>
      </p:nvGrpSpPr>
      <p:grpSpPr>
        <a:xfrm>
          <a:off x="0" y="0"/>
          <a:ext cx="0" cy="0"/>
          <a:chOff x="0" y="0"/>
          <a:chExt cx="0" cy="0"/>
        </a:xfrm>
      </p:grpSpPr>
      <p:sp>
        <p:nvSpPr>
          <p:cNvPr id="411" name="Google Shape;411;g3e23138d502_0_1196"/>
          <p:cNvSpPr/>
          <p:nvPr/>
        </p:nvSpPr>
        <p:spPr>
          <a:xfrm>
            <a:off x="10896600" y="6111238"/>
            <a:ext cx="1295400" cy="7467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412" name="Google Shape;412;g3e23138d502_0_1196"/>
          <p:cNvSpPr txBox="1">
            <a:spLocks noGrp="1"/>
          </p:cNvSpPr>
          <p:nvPr>
            <p:ph type="title"/>
          </p:nvPr>
        </p:nvSpPr>
        <p:spPr>
          <a:xfrm>
            <a:off x="865632" y="100688"/>
            <a:ext cx="4879800" cy="11220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200"/>
              </a:spcBef>
              <a:spcAft>
                <a:spcPts val="0"/>
              </a:spcAft>
              <a:buClr>
                <a:schemeClr val="lt1"/>
              </a:buClr>
              <a:buSzPts val="2400"/>
              <a:buFont typeface="Roboto Mono"/>
              <a:buNone/>
              <a:defRPr sz="2400" b="1" cap="none">
                <a:latin typeface="Roboto Mono"/>
                <a:ea typeface="Roboto Mono"/>
                <a:cs typeface="Roboto Mono"/>
                <a:sym typeface="Roboto Mono"/>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413" name="Google Shape;413;g3e23138d502_0_1196"/>
          <p:cNvSpPr txBox="1">
            <a:spLocks noGrp="1"/>
          </p:cNvSpPr>
          <p:nvPr>
            <p:ph type="body" idx="1"/>
          </p:nvPr>
        </p:nvSpPr>
        <p:spPr>
          <a:xfrm>
            <a:off x="865632" y="2329397"/>
            <a:ext cx="4879800" cy="3781800"/>
          </a:xfrm>
          <a:prstGeom prst="rect">
            <a:avLst/>
          </a:prstGeom>
          <a:noFill/>
          <a:ln>
            <a:noFill/>
          </a:ln>
        </p:spPr>
        <p:txBody>
          <a:bodyPr spcFirstLastPara="1" wrap="square" lIns="30475" tIns="15225" rIns="30475" bIns="15225" anchor="t" anchorCtr="0">
            <a:noAutofit/>
          </a:bodyPr>
          <a:lstStyle>
            <a:lvl1pPr marL="457200" marR="0" lvl="0" indent="-323850" algn="l">
              <a:lnSpc>
                <a:spcPct val="90000"/>
              </a:lnSpc>
              <a:spcBef>
                <a:spcPts val="1000"/>
              </a:spcBef>
              <a:spcAft>
                <a:spcPts val="0"/>
              </a:spcAft>
              <a:buClr>
                <a:schemeClr val="dk2"/>
              </a:buClr>
              <a:buSzPts val="1500"/>
              <a:buFont typeface="NVIDIA Sans"/>
              <a:buChar char="•"/>
              <a:defRPr sz="1500" b="0" i="0" u="none" strike="noStrike" cap="none">
                <a:solidFill>
                  <a:schemeClr val="lt1"/>
                </a:solidFill>
                <a:latin typeface="Roboto Mono"/>
                <a:ea typeface="Roboto Mono"/>
                <a:cs typeface="Roboto Mono"/>
                <a:sym typeface="Roboto Mono"/>
              </a:defRPr>
            </a:lvl1pPr>
            <a:lvl2pPr marL="914400" marR="0" lvl="1" indent="-311150" algn="l">
              <a:lnSpc>
                <a:spcPct val="90000"/>
              </a:lnSpc>
              <a:spcBef>
                <a:spcPts val="500"/>
              </a:spcBef>
              <a:spcAft>
                <a:spcPts val="0"/>
              </a:spcAft>
              <a:buClr>
                <a:schemeClr val="dk2"/>
              </a:buClr>
              <a:buSzPts val="1300"/>
              <a:buFont typeface="NVIDIA Sans"/>
              <a:buChar char="•"/>
              <a:defRPr sz="1300" b="0" i="0" u="none" strike="noStrike" cap="none">
                <a:solidFill>
                  <a:schemeClr val="lt1"/>
                </a:solidFill>
                <a:latin typeface="Roboto Mono"/>
                <a:ea typeface="Roboto Mono"/>
                <a:cs typeface="Roboto Mono"/>
                <a:sym typeface="Roboto Mono"/>
              </a:defRPr>
            </a:lvl2pPr>
            <a:lvl3pPr marL="1371600" marR="0" lvl="2" indent="-304800" algn="l">
              <a:lnSpc>
                <a:spcPct val="90000"/>
              </a:lnSpc>
              <a:spcBef>
                <a:spcPts val="500"/>
              </a:spcBef>
              <a:spcAft>
                <a:spcPts val="0"/>
              </a:spcAft>
              <a:buClr>
                <a:schemeClr val="dk2"/>
              </a:buClr>
              <a:buSzPts val="1200"/>
              <a:buFont typeface="NVIDIA Sans"/>
              <a:buChar char="•"/>
              <a:defRPr sz="1200" b="0" i="0" u="none" strike="noStrike" cap="none">
                <a:solidFill>
                  <a:schemeClr val="lt1"/>
                </a:solidFill>
                <a:latin typeface="Roboto Mono"/>
                <a:ea typeface="Roboto Mono"/>
                <a:cs typeface="Roboto Mono"/>
                <a:sym typeface="Roboto Mono"/>
              </a:defRPr>
            </a:lvl3pPr>
            <a:lvl4pPr marL="1828800" marR="0" lvl="3" indent="-298450" algn="l">
              <a:lnSpc>
                <a:spcPct val="90000"/>
              </a:lnSpc>
              <a:spcBef>
                <a:spcPts val="500"/>
              </a:spcBef>
              <a:spcAft>
                <a:spcPts val="0"/>
              </a:spcAft>
              <a:buClr>
                <a:schemeClr val="dk2"/>
              </a:buClr>
              <a:buSzPts val="1100"/>
              <a:buFont typeface="NVIDIA Sans"/>
              <a:buChar char="•"/>
              <a:defRPr sz="1100" b="0" i="0" u="none" strike="noStrike" cap="none">
                <a:solidFill>
                  <a:schemeClr val="lt1"/>
                </a:solidFill>
                <a:latin typeface="Roboto Mono"/>
                <a:ea typeface="Roboto Mono"/>
                <a:cs typeface="Roboto Mono"/>
                <a:sym typeface="Roboto Mono"/>
              </a:defRPr>
            </a:lvl4pPr>
            <a:lvl5pPr marL="2286000" marR="0" lvl="4" indent="-285750" algn="l">
              <a:lnSpc>
                <a:spcPct val="90000"/>
              </a:lnSpc>
              <a:spcBef>
                <a:spcPts val="500"/>
              </a:spcBef>
              <a:spcAft>
                <a:spcPts val="0"/>
              </a:spcAft>
              <a:buClr>
                <a:schemeClr val="dk2"/>
              </a:buClr>
              <a:buSzPts val="900"/>
              <a:buFont typeface="NVIDIA Sans"/>
              <a:buChar char="•"/>
              <a:defRPr sz="900" b="0" i="0" u="none" strike="noStrike" cap="none">
                <a:solidFill>
                  <a:schemeClr val="lt1"/>
                </a:solidFill>
                <a:latin typeface="Roboto Mono"/>
                <a:ea typeface="Roboto Mono"/>
                <a:cs typeface="Roboto Mono"/>
                <a:sym typeface="Roboto Mono"/>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14" name="Google Shape;414;g3e23138d502_0_1196"/>
          <p:cNvSpPr txBox="1">
            <a:spLocks noGrp="1"/>
          </p:cNvSpPr>
          <p:nvPr>
            <p:ph type="body" idx="2"/>
          </p:nvPr>
        </p:nvSpPr>
        <p:spPr>
          <a:xfrm>
            <a:off x="865632" y="1243923"/>
            <a:ext cx="4879800" cy="4695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200"/>
              </a:spcBef>
              <a:spcAft>
                <a:spcPts val="0"/>
              </a:spcAft>
              <a:buClr>
                <a:schemeClr val="dk2"/>
              </a:buClr>
              <a:buSzPts val="1600"/>
              <a:buFont typeface="NVIDIA Sans"/>
              <a:buNone/>
              <a:defRPr sz="16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15" name="Google Shape;415;g3e23138d502_0_1196"/>
          <p:cNvSpPr/>
          <p:nvPr/>
        </p:nvSpPr>
        <p:spPr>
          <a:xfrm>
            <a:off x="6720946" y="0"/>
            <a:ext cx="5471100" cy="6858000"/>
          </a:xfrm>
          <a:prstGeom prst="rect">
            <a:avLst/>
          </a:prstGeom>
          <a:solidFill>
            <a:srgbClr val="F2F2F2"/>
          </a:solidFill>
          <a:ln>
            <a:noFill/>
          </a:ln>
        </p:spPr>
        <p:txBody>
          <a:bodyPr spcFirstLastPara="1" wrap="square" lIns="30475" tIns="731525" rIns="30475" bIns="15225" anchor="ctr" anchorCtr="0">
            <a:noAutofit/>
          </a:bodyPr>
          <a:lstStyle/>
          <a:p>
            <a:pPr marL="0" marR="0" lvl="0" indent="0" algn="ctr" rtl="0">
              <a:lnSpc>
                <a:spcPct val="90000"/>
              </a:lnSpc>
              <a:spcBef>
                <a:spcPts val="0"/>
              </a:spcBef>
              <a:spcAft>
                <a:spcPts val="0"/>
              </a:spcAft>
              <a:buClr>
                <a:schemeClr val="dk1"/>
              </a:buClr>
              <a:buSzPts val="1300"/>
              <a:buFont typeface="NVIDIA Sans"/>
              <a:buNone/>
            </a:pPr>
            <a:endParaRPr sz="1300">
              <a:solidFill>
                <a:schemeClr val="lt2"/>
              </a:solidFill>
              <a:latin typeface="NVIDIA Sans"/>
              <a:ea typeface="NVIDIA Sans"/>
              <a:cs typeface="NVIDIA Sans"/>
              <a:sym typeface="NVIDIA Sans"/>
            </a:endParaRPr>
          </a:p>
        </p:txBody>
      </p:sp>
      <p:grpSp>
        <p:nvGrpSpPr>
          <p:cNvPr id="416" name="Google Shape;416;g3e23138d502_0_1196"/>
          <p:cNvGrpSpPr/>
          <p:nvPr/>
        </p:nvGrpSpPr>
        <p:grpSpPr>
          <a:xfrm>
            <a:off x="0" y="6500821"/>
            <a:ext cx="776779" cy="360986"/>
            <a:chOff x="0" y="19504414"/>
            <a:chExt cx="2330569" cy="1083065"/>
          </a:xfrm>
        </p:grpSpPr>
        <p:sp>
          <p:nvSpPr>
            <p:cNvPr id="417" name="Google Shape;417;g3e23138d502_0_1196"/>
            <p:cNvSpPr/>
            <p:nvPr/>
          </p:nvSpPr>
          <p:spPr>
            <a:xfrm>
              <a:off x="0" y="19697679"/>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pic>
          <p:nvPicPr>
            <p:cNvPr id="418" name="Google Shape;418;g3e23138d502_0_1196"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419" name="Google Shape;419;g3e23138d502_0_1196"/>
          <p:cNvCxnSpPr/>
          <p:nvPr/>
        </p:nvCxnSpPr>
        <p:spPr>
          <a:xfrm>
            <a:off x="0" y="1897743"/>
            <a:ext cx="5745600" cy="0"/>
          </a:xfrm>
          <a:prstGeom prst="straightConnector1">
            <a:avLst/>
          </a:prstGeom>
          <a:noFill/>
          <a:ln w="10575" cap="flat" cmpd="sng">
            <a:solidFill>
              <a:schemeClr val="accent5"/>
            </a:solidFill>
            <a:prstDash val="solid"/>
            <a:round/>
            <a:headEnd type="none" w="sm" len="sm"/>
            <a:tailEnd type="none" w="sm" len="sm"/>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Use Case Layout">
  <p:cSld name="Use Case Layout">
    <p:spTree>
      <p:nvGrpSpPr>
        <p:cNvPr id="1" name="Shape 420"/>
        <p:cNvGrpSpPr/>
        <p:nvPr/>
      </p:nvGrpSpPr>
      <p:grpSpPr>
        <a:xfrm>
          <a:off x="0" y="0"/>
          <a:ext cx="0" cy="0"/>
          <a:chOff x="0" y="0"/>
          <a:chExt cx="0" cy="0"/>
        </a:xfrm>
      </p:grpSpPr>
      <p:pic>
        <p:nvPicPr>
          <p:cNvPr id="421" name="Google Shape;421;g3e23138d502_0_120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22" name="Google Shape;422;g3e23138d502_0_1206"/>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Embargo">
  <p:cSld name="Embargo">
    <p:spTree>
      <p:nvGrpSpPr>
        <p:cNvPr id="1" name="Shape 423"/>
        <p:cNvGrpSpPr/>
        <p:nvPr/>
      </p:nvGrpSpPr>
      <p:grpSpPr>
        <a:xfrm>
          <a:off x="0" y="0"/>
          <a:ext cx="0" cy="0"/>
          <a:chOff x="0" y="0"/>
          <a:chExt cx="0" cy="0"/>
        </a:xfrm>
      </p:grpSpPr>
      <p:sp>
        <p:nvSpPr>
          <p:cNvPr id="424" name="Google Shape;424;g3e23138d502_0_1209"/>
          <p:cNvSpPr/>
          <p:nvPr/>
        </p:nvSpPr>
        <p:spPr>
          <a:xfrm>
            <a:off x="0" y="0"/>
            <a:ext cx="12192000" cy="6858000"/>
          </a:xfrm>
          <a:prstGeom prst="rect">
            <a:avLst/>
          </a:prstGeom>
          <a:solidFill>
            <a:srgbClr val="9E0000"/>
          </a:solidFill>
          <a:ln>
            <a:noFill/>
          </a:ln>
        </p:spPr>
        <p:txBody>
          <a:bodyPr spcFirstLastPara="1" wrap="square" lIns="30475" tIns="15225" rIns="30475" bIns="15225" anchor="ctr" anchorCtr="0">
            <a:noAutofit/>
          </a:bodyPr>
          <a:lstStyle/>
          <a:p>
            <a:pPr marL="0" marR="0" lvl="0" indent="0" algn="ctr" rtl="0">
              <a:spcBef>
                <a:spcPts val="0"/>
              </a:spcBef>
              <a:spcAft>
                <a:spcPts val="0"/>
              </a:spcAft>
              <a:buNone/>
            </a:pPr>
            <a:endParaRPr sz="600">
              <a:solidFill>
                <a:schemeClr val="lt1"/>
              </a:solidFill>
              <a:latin typeface="NVIDIA Sans"/>
              <a:ea typeface="NVIDIA Sans"/>
              <a:cs typeface="NVIDIA Sans"/>
              <a:sym typeface="NVIDIA Sans"/>
            </a:endParaRPr>
          </a:p>
        </p:txBody>
      </p:sp>
      <p:sp>
        <p:nvSpPr>
          <p:cNvPr id="425" name="Google Shape;425;g3e23138d502_0_1209"/>
          <p:cNvSpPr txBox="1">
            <a:spLocks noGrp="1"/>
          </p:cNvSpPr>
          <p:nvPr>
            <p:ph type="body" idx="1"/>
          </p:nvPr>
        </p:nvSpPr>
        <p:spPr>
          <a:xfrm>
            <a:off x="2544753" y="3590666"/>
            <a:ext cx="7578000" cy="1825500"/>
          </a:xfrm>
          <a:prstGeom prst="rect">
            <a:avLst/>
          </a:prstGeom>
          <a:noFill/>
          <a:ln>
            <a:noFill/>
          </a:ln>
        </p:spPr>
        <p:txBody>
          <a:bodyPr spcFirstLastPara="1" wrap="square" lIns="30475" tIns="15225" rIns="30475" bIns="15225" anchor="t" anchorCtr="0">
            <a:noAutofit/>
          </a:bodyPr>
          <a:lstStyle>
            <a:lvl1pPr marL="457200" marR="0" lvl="0" indent="-228600" algn="l">
              <a:lnSpc>
                <a:spcPct val="90000"/>
              </a:lnSpc>
              <a:spcBef>
                <a:spcPts val="0"/>
              </a:spcBef>
              <a:spcAft>
                <a:spcPts val="0"/>
              </a:spcAft>
              <a:buClr>
                <a:schemeClr val="dk1"/>
              </a:buClr>
              <a:buSzPts val="1500"/>
              <a:buFont typeface="NVIDIA Sans"/>
              <a:buNone/>
              <a:defRPr sz="1500" b="0" i="0" u="none" strike="noStrike" cap="none">
                <a:solidFill>
                  <a:schemeClr val="dk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2"/>
              </a:buClr>
              <a:buSzPts val="2500"/>
              <a:buFont typeface="NVIDIA Sans"/>
              <a:buNone/>
              <a:defRPr sz="2500"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800"/>
              <a:buFont typeface="NVIDIA Sans"/>
              <a:buNone/>
              <a:defRPr sz="1800" b="0" i="0" u="none" strike="noStrike" cap="none">
                <a:solidFill>
                  <a:schemeClr val="dk1"/>
                </a:solidFill>
                <a:latin typeface="NVIDIA Sans"/>
                <a:ea typeface="NVIDIA Sans"/>
                <a:cs typeface="NVIDIA Sans"/>
                <a:sym typeface="NVIDIA Sans"/>
              </a:defRPr>
            </a:lvl4pPr>
            <a:lvl5pPr marL="2286000" marR="0" lvl="4"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26" name="Google Shape;426;g3e23138d502_0_1209"/>
          <p:cNvSpPr txBox="1">
            <a:spLocks noGrp="1"/>
          </p:cNvSpPr>
          <p:nvPr>
            <p:ph type="title"/>
          </p:nvPr>
        </p:nvSpPr>
        <p:spPr>
          <a:xfrm>
            <a:off x="2544753" y="3008253"/>
            <a:ext cx="7578000" cy="584700"/>
          </a:xfrm>
          <a:prstGeom prst="rect">
            <a:avLst/>
          </a:prstGeom>
          <a:noFill/>
          <a:ln>
            <a:noFill/>
          </a:ln>
        </p:spPr>
        <p:txBody>
          <a:bodyPr spcFirstLastPara="1" wrap="square" lIns="30475" tIns="15225" rIns="30475" bIns="15225" anchor="b" anchorCtr="0">
            <a:normAutofit/>
          </a:bodyPr>
          <a:lstStyle>
            <a:lvl1pPr lvl="0" algn="l">
              <a:lnSpc>
                <a:spcPct val="90000"/>
              </a:lnSpc>
              <a:spcBef>
                <a:spcPts val="0"/>
              </a:spcBef>
              <a:spcAft>
                <a:spcPts val="0"/>
              </a:spcAft>
              <a:buClr>
                <a:schemeClr val="dk1"/>
              </a:buClr>
              <a:buSzPts val="4000"/>
              <a:buFont typeface="NVIDIA Sans Light"/>
              <a:buNone/>
              <a:defRPr sz="4000" b="0" cap="none">
                <a:solidFill>
                  <a:schemeClr val="dk1"/>
                </a:solidFill>
                <a:latin typeface="NVIDIA Sans Light"/>
                <a:ea typeface="NVIDIA Sans Light"/>
                <a:cs typeface="NVIDIA Sans Light"/>
                <a:sym typeface="NVIDIA Sans Light"/>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pic>
        <p:nvPicPr>
          <p:cNvPr id="427" name="Google Shape;427;g3e23138d502_0_1209" descr="A close up of a logo&#10;&#10;Description automatically generated"/>
          <p:cNvPicPr preferRelativeResize="0"/>
          <p:nvPr/>
        </p:nvPicPr>
        <p:blipFill rotWithShape="1">
          <a:blip r:embed="rId2">
            <a:alphaModFix/>
          </a:blip>
          <a:srcRect/>
          <a:stretch/>
        </p:blipFill>
        <p:spPr>
          <a:xfrm>
            <a:off x="2397713" y="2082682"/>
            <a:ext cx="785754" cy="78575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428"/>
        <p:cNvGrpSpPr/>
        <p:nvPr/>
      </p:nvGrpSpPr>
      <p:grpSpPr>
        <a:xfrm>
          <a:off x="0" y="0"/>
          <a:ext cx="0" cy="0"/>
          <a:chOff x="0" y="0"/>
          <a:chExt cx="0" cy="0"/>
        </a:xfrm>
      </p:grpSpPr>
      <p:pic>
        <p:nvPicPr>
          <p:cNvPr id="429" name="Google Shape;429;g3e23138d502_0_1214"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430" name="Google Shape;430;g3e23138d502_0_1214"/>
          <p:cNvSpPr/>
          <p:nvPr/>
        </p:nvSpPr>
        <p:spPr>
          <a:xfrm>
            <a:off x="0" y="2321305"/>
            <a:ext cx="12192000" cy="45366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cxnSp>
        <p:nvCxnSpPr>
          <p:cNvPr id="431" name="Google Shape;431;g3e23138d502_0_1214"/>
          <p:cNvCxnSpPr/>
          <p:nvPr/>
        </p:nvCxnSpPr>
        <p:spPr>
          <a:xfrm>
            <a:off x="0" y="3776425"/>
            <a:ext cx="12192000" cy="0"/>
          </a:xfrm>
          <a:prstGeom prst="straightConnector1">
            <a:avLst/>
          </a:prstGeom>
          <a:noFill/>
          <a:ln w="16925" cap="flat" cmpd="sng">
            <a:solidFill>
              <a:schemeClr val="dk2"/>
            </a:solidFill>
            <a:prstDash val="solid"/>
            <a:round/>
            <a:headEnd type="none" w="sm" len="sm"/>
            <a:tailEnd type="none" w="sm" len="sm"/>
          </a:ln>
        </p:spPr>
      </p:cxnSp>
      <p:sp>
        <p:nvSpPr>
          <p:cNvPr id="432" name="Google Shape;432;g3e23138d502_0_1214"/>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solidFill>
                  <a:schemeClr val="lt1"/>
                </a:solidFill>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433" name="Google Shape;433;g3e23138d502_0_1214"/>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meline w/ Images Layout">
  <p:cSld name="Timeline w/ Images Layout">
    <p:spTree>
      <p:nvGrpSpPr>
        <p:cNvPr id="1" name="Shape 434"/>
        <p:cNvGrpSpPr/>
        <p:nvPr/>
      </p:nvGrpSpPr>
      <p:grpSpPr>
        <a:xfrm>
          <a:off x="0" y="0"/>
          <a:ext cx="0" cy="0"/>
          <a:chOff x="0" y="0"/>
          <a:chExt cx="0" cy="0"/>
        </a:xfrm>
      </p:grpSpPr>
      <p:pic>
        <p:nvPicPr>
          <p:cNvPr id="435" name="Google Shape;435;g3e23138d502_0_1220"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436" name="Google Shape;436;g3e23138d502_0_1220"/>
          <p:cNvSpPr/>
          <p:nvPr/>
        </p:nvSpPr>
        <p:spPr>
          <a:xfrm>
            <a:off x="0" y="2321305"/>
            <a:ext cx="12192000" cy="45366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437" name="Google Shape;437;g3e23138d502_0_122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solidFill>
                  <a:schemeClr val="lt1"/>
                </a:solidFill>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438" name="Google Shape;438;g3e23138d502_0_1220"/>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cxnSp>
        <p:nvCxnSpPr>
          <p:cNvPr id="439" name="Google Shape;439;g3e23138d502_0_1220"/>
          <p:cNvCxnSpPr/>
          <p:nvPr/>
        </p:nvCxnSpPr>
        <p:spPr>
          <a:xfrm>
            <a:off x="0" y="4172373"/>
            <a:ext cx="12192000" cy="0"/>
          </a:xfrm>
          <a:prstGeom prst="straightConnector1">
            <a:avLst/>
          </a:prstGeom>
          <a:noFill/>
          <a:ln w="16925" cap="flat" cmpd="sng">
            <a:solidFill>
              <a:schemeClr val="dk2"/>
            </a:solidFill>
            <a:prstDash val="solid"/>
            <a:round/>
            <a:headEnd type="none" w="sm" len="sm"/>
            <a:tailEnd type="none" w="sm" len="sm"/>
          </a:ln>
        </p:spPr>
      </p:cxnSp>
      <p:sp>
        <p:nvSpPr>
          <p:cNvPr id="440" name="Google Shape;440;g3e23138d502_0_1220"/>
          <p:cNvSpPr>
            <a:spLocks noGrp="1"/>
          </p:cNvSpPr>
          <p:nvPr>
            <p:ph type="pic" idx="2"/>
          </p:nvPr>
        </p:nvSpPr>
        <p:spPr>
          <a:xfrm>
            <a:off x="368300" y="2942951"/>
            <a:ext cx="2057400" cy="1403100"/>
          </a:xfrm>
          <a:prstGeom prst="rect">
            <a:avLst/>
          </a:prstGeom>
          <a:solidFill>
            <a:schemeClr val="lt2"/>
          </a:solidFill>
          <a:ln w="3175" cap="flat" cmpd="sng">
            <a:solidFill>
              <a:schemeClr val="accent5"/>
            </a:solidFill>
            <a:prstDash val="solid"/>
            <a:round/>
            <a:headEnd type="none" w="sm" len="sm"/>
            <a:tailEnd type="none" w="sm" len="sm"/>
          </a:ln>
        </p:spPr>
      </p:sp>
      <p:sp>
        <p:nvSpPr>
          <p:cNvPr id="441" name="Google Shape;441;g3e23138d502_0_1220"/>
          <p:cNvSpPr txBox="1">
            <a:spLocks noGrp="1"/>
          </p:cNvSpPr>
          <p:nvPr>
            <p:ph type="body" idx="3"/>
          </p:nvPr>
        </p:nvSpPr>
        <p:spPr>
          <a:xfrm>
            <a:off x="368300" y="2411894"/>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2" name="Google Shape;442;g3e23138d502_0_1220"/>
          <p:cNvSpPr txBox="1">
            <a:spLocks noGrp="1"/>
          </p:cNvSpPr>
          <p:nvPr>
            <p:ph type="body" idx="4"/>
          </p:nvPr>
        </p:nvSpPr>
        <p:spPr>
          <a:xfrm>
            <a:off x="368300" y="2649196"/>
            <a:ext cx="2057400" cy="226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3" name="Google Shape;443;g3e23138d502_0_1220"/>
          <p:cNvSpPr txBox="1">
            <a:spLocks noGrp="1"/>
          </p:cNvSpPr>
          <p:nvPr>
            <p:ph type="body" idx="5"/>
          </p:nvPr>
        </p:nvSpPr>
        <p:spPr>
          <a:xfrm>
            <a:off x="368300" y="2164318"/>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2400"/>
              <a:buFont typeface="NVIDIA Sans"/>
              <a:buNone/>
              <a:defRPr sz="24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4" name="Google Shape;444;g3e23138d502_0_1220"/>
          <p:cNvSpPr>
            <a:spLocks noGrp="1"/>
          </p:cNvSpPr>
          <p:nvPr>
            <p:ph type="pic" idx="6"/>
          </p:nvPr>
        </p:nvSpPr>
        <p:spPr>
          <a:xfrm>
            <a:off x="2717799" y="4005352"/>
            <a:ext cx="2057400" cy="1403100"/>
          </a:xfrm>
          <a:prstGeom prst="rect">
            <a:avLst/>
          </a:prstGeom>
          <a:solidFill>
            <a:schemeClr val="lt2"/>
          </a:solidFill>
          <a:ln w="3175" cap="flat" cmpd="sng">
            <a:solidFill>
              <a:schemeClr val="accent5"/>
            </a:solidFill>
            <a:prstDash val="solid"/>
            <a:round/>
            <a:headEnd type="none" w="sm" len="sm"/>
            <a:tailEnd type="none" w="sm" len="sm"/>
          </a:ln>
        </p:spPr>
      </p:sp>
      <p:sp>
        <p:nvSpPr>
          <p:cNvPr id="445" name="Google Shape;445;g3e23138d502_0_1220"/>
          <p:cNvSpPr txBox="1">
            <a:spLocks noGrp="1"/>
          </p:cNvSpPr>
          <p:nvPr>
            <p:ph type="body" idx="7"/>
          </p:nvPr>
        </p:nvSpPr>
        <p:spPr>
          <a:xfrm>
            <a:off x="2717799" y="3474295"/>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6" name="Google Shape;446;g3e23138d502_0_1220"/>
          <p:cNvSpPr txBox="1">
            <a:spLocks noGrp="1"/>
          </p:cNvSpPr>
          <p:nvPr>
            <p:ph type="body" idx="8"/>
          </p:nvPr>
        </p:nvSpPr>
        <p:spPr>
          <a:xfrm>
            <a:off x="2717799" y="3711597"/>
            <a:ext cx="2057400" cy="226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7" name="Google Shape;447;g3e23138d502_0_1220"/>
          <p:cNvSpPr txBox="1">
            <a:spLocks noGrp="1"/>
          </p:cNvSpPr>
          <p:nvPr>
            <p:ph type="body" idx="9"/>
          </p:nvPr>
        </p:nvSpPr>
        <p:spPr>
          <a:xfrm>
            <a:off x="2717799" y="3226719"/>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2400"/>
              <a:buFont typeface="NVIDIA Sans"/>
              <a:buNone/>
              <a:defRPr sz="24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48" name="Google Shape;448;g3e23138d502_0_1220"/>
          <p:cNvSpPr>
            <a:spLocks noGrp="1"/>
          </p:cNvSpPr>
          <p:nvPr>
            <p:ph type="pic" idx="13"/>
          </p:nvPr>
        </p:nvSpPr>
        <p:spPr>
          <a:xfrm>
            <a:off x="5054598" y="2942951"/>
            <a:ext cx="2057400" cy="1403100"/>
          </a:xfrm>
          <a:prstGeom prst="rect">
            <a:avLst/>
          </a:prstGeom>
          <a:solidFill>
            <a:schemeClr val="lt2"/>
          </a:solidFill>
          <a:ln w="3175" cap="flat" cmpd="sng">
            <a:solidFill>
              <a:schemeClr val="accent5"/>
            </a:solidFill>
            <a:prstDash val="solid"/>
            <a:round/>
            <a:headEnd type="none" w="sm" len="sm"/>
            <a:tailEnd type="none" w="sm" len="sm"/>
          </a:ln>
        </p:spPr>
      </p:sp>
      <p:sp>
        <p:nvSpPr>
          <p:cNvPr id="449" name="Google Shape;449;g3e23138d502_0_1220"/>
          <p:cNvSpPr txBox="1">
            <a:spLocks noGrp="1"/>
          </p:cNvSpPr>
          <p:nvPr>
            <p:ph type="body" idx="14"/>
          </p:nvPr>
        </p:nvSpPr>
        <p:spPr>
          <a:xfrm>
            <a:off x="5054598" y="2411894"/>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0" name="Google Shape;450;g3e23138d502_0_1220"/>
          <p:cNvSpPr txBox="1">
            <a:spLocks noGrp="1"/>
          </p:cNvSpPr>
          <p:nvPr>
            <p:ph type="body" idx="15"/>
          </p:nvPr>
        </p:nvSpPr>
        <p:spPr>
          <a:xfrm>
            <a:off x="5054598" y="2649196"/>
            <a:ext cx="2057400" cy="226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1" name="Google Shape;451;g3e23138d502_0_1220"/>
          <p:cNvSpPr txBox="1">
            <a:spLocks noGrp="1"/>
          </p:cNvSpPr>
          <p:nvPr>
            <p:ph type="body" idx="16"/>
          </p:nvPr>
        </p:nvSpPr>
        <p:spPr>
          <a:xfrm>
            <a:off x="5054598" y="2164318"/>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2400"/>
              <a:buFont typeface="NVIDIA Sans"/>
              <a:buNone/>
              <a:defRPr sz="24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2" name="Google Shape;452;g3e23138d502_0_1220"/>
          <p:cNvSpPr>
            <a:spLocks noGrp="1"/>
          </p:cNvSpPr>
          <p:nvPr>
            <p:ph type="pic" idx="17"/>
          </p:nvPr>
        </p:nvSpPr>
        <p:spPr>
          <a:xfrm>
            <a:off x="7404099" y="4005352"/>
            <a:ext cx="2057400" cy="1403100"/>
          </a:xfrm>
          <a:prstGeom prst="rect">
            <a:avLst/>
          </a:prstGeom>
          <a:solidFill>
            <a:schemeClr val="lt2"/>
          </a:solidFill>
          <a:ln w="3175" cap="flat" cmpd="sng">
            <a:solidFill>
              <a:schemeClr val="accent5"/>
            </a:solidFill>
            <a:prstDash val="solid"/>
            <a:round/>
            <a:headEnd type="none" w="sm" len="sm"/>
            <a:tailEnd type="none" w="sm" len="sm"/>
          </a:ln>
        </p:spPr>
      </p:sp>
      <p:sp>
        <p:nvSpPr>
          <p:cNvPr id="453" name="Google Shape;453;g3e23138d502_0_1220"/>
          <p:cNvSpPr txBox="1">
            <a:spLocks noGrp="1"/>
          </p:cNvSpPr>
          <p:nvPr>
            <p:ph type="body" idx="18"/>
          </p:nvPr>
        </p:nvSpPr>
        <p:spPr>
          <a:xfrm>
            <a:off x="7404099" y="3474295"/>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4" name="Google Shape;454;g3e23138d502_0_1220"/>
          <p:cNvSpPr txBox="1">
            <a:spLocks noGrp="1"/>
          </p:cNvSpPr>
          <p:nvPr>
            <p:ph type="body" idx="19"/>
          </p:nvPr>
        </p:nvSpPr>
        <p:spPr>
          <a:xfrm>
            <a:off x="7404099" y="3711597"/>
            <a:ext cx="2057400" cy="226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5" name="Google Shape;455;g3e23138d502_0_1220"/>
          <p:cNvSpPr txBox="1">
            <a:spLocks noGrp="1"/>
          </p:cNvSpPr>
          <p:nvPr>
            <p:ph type="body" idx="20"/>
          </p:nvPr>
        </p:nvSpPr>
        <p:spPr>
          <a:xfrm>
            <a:off x="7404099" y="3226719"/>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2400"/>
              <a:buFont typeface="NVIDIA Sans"/>
              <a:buNone/>
              <a:defRPr sz="24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6" name="Google Shape;456;g3e23138d502_0_1220"/>
          <p:cNvSpPr>
            <a:spLocks noGrp="1"/>
          </p:cNvSpPr>
          <p:nvPr>
            <p:ph type="pic" idx="21"/>
          </p:nvPr>
        </p:nvSpPr>
        <p:spPr>
          <a:xfrm>
            <a:off x="9766301" y="2942951"/>
            <a:ext cx="2057400" cy="1403100"/>
          </a:xfrm>
          <a:prstGeom prst="rect">
            <a:avLst/>
          </a:prstGeom>
          <a:solidFill>
            <a:schemeClr val="lt2"/>
          </a:solidFill>
          <a:ln w="3175" cap="flat" cmpd="sng">
            <a:solidFill>
              <a:schemeClr val="accent5"/>
            </a:solidFill>
            <a:prstDash val="solid"/>
            <a:round/>
            <a:headEnd type="none" w="sm" len="sm"/>
            <a:tailEnd type="none" w="sm" len="sm"/>
          </a:ln>
        </p:spPr>
      </p:sp>
      <p:sp>
        <p:nvSpPr>
          <p:cNvPr id="457" name="Google Shape;457;g3e23138d502_0_1220"/>
          <p:cNvSpPr txBox="1">
            <a:spLocks noGrp="1"/>
          </p:cNvSpPr>
          <p:nvPr>
            <p:ph type="body" idx="22"/>
          </p:nvPr>
        </p:nvSpPr>
        <p:spPr>
          <a:xfrm>
            <a:off x="9766301" y="2411894"/>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1300"/>
              <a:buFont typeface="NVIDIA Sans"/>
              <a:buNone/>
              <a:defRPr sz="13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8" name="Google Shape;458;g3e23138d502_0_1220"/>
          <p:cNvSpPr txBox="1">
            <a:spLocks noGrp="1"/>
          </p:cNvSpPr>
          <p:nvPr>
            <p:ph type="body" idx="23"/>
          </p:nvPr>
        </p:nvSpPr>
        <p:spPr>
          <a:xfrm>
            <a:off x="9766301" y="2649196"/>
            <a:ext cx="2057400" cy="226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200"/>
              </a:spcBef>
              <a:spcAft>
                <a:spcPts val="0"/>
              </a:spcAft>
              <a:buClr>
                <a:schemeClr val="lt1"/>
              </a:buClr>
              <a:buSzPts val="900"/>
              <a:buFont typeface="NVIDIA Sans"/>
              <a:buNone/>
              <a:defRPr sz="9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59" name="Google Shape;459;g3e23138d502_0_1220"/>
          <p:cNvSpPr txBox="1">
            <a:spLocks noGrp="1"/>
          </p:cNvSpPr>
          <p:nvPr>
            <p:ph type="body" idx="24"/>
          </p:nvPr>
        </p:nvSpPr>
        <p:spPr>
          <a:xfrm>
            <a:off x="9766301" y="2164318"/>
            <a:ext cx="2057400" cy="265200"/>
          </a:xfrm>
          <a:prstGeom prst="rect">
            <a:avLst/>
          </a:prstGeom>
          <a:noFill/>
          <a:ln>
            <a:noFill/>
          </a:ln>
        </p:spPr>
        <p:txBody>
          <a:bodyPr spcFirstLastPara="1" wrap="square" lIns="30475" tIns="15225" rIns="30475" bIns="15225" anchor="b" anchorCtr="0">
            <a:noAutofit/>
          </a:bodyPr>
          <a:lstStyle>
            <a:lvl1pPr marL="457200" marR="0" lvl="0" indent="-228600" algn="ctr">
              <a:lnSpc>
                <a:spcPct val="90000"/>
              </a:lnSpc>
              <a:spcBef>
                <a:spcPts val="400"/>
              </a:spcBef>
              <a:spcAft>
                <a:spcPts val="0"/>
              </a:spcAft>
              <a:buClr>
                <a:schemeClr val="lt1"/>
              </a:buClr>
              <a:buSzPts val="2400"/>
              <a:buFont typeface="NVIDIA Sans"/>
              <a:buNone/>
              <a:defRPr sz="24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500"/>
              </a:spcBef>
              <a:spcAft>
                <a:spcPts val="0"/>
              </a:spcAft>
              <a:buClr>
                <a:schemeClr val="dk1"/>
              </a:buClr>
              <a:buSzPts val="1300"/>
              <a:buFont typeface="NVIDIA Sans"/>
              <a:buNone/>
              <a:defRPr sz="1300" b="1"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mplex_Timeline">
  <p:cSld name="Complex_Timeline">
    <p:spTree>
      <p:nvGrpSpPr>
        <p:cNvPr id="1" name="Shape 460"/>
        <p:cNvGrpSpPr/>
        <p:nvPr/>
      </p:nvGrpSpPr>
      <p:grpSpPr>
        <a:xfrm>
          <a:off x="0" y="0"/>
          <a:ext cx="0" cy="0"/>
          <a:chOff x="0" y="0"/>
          <a:chExt cx="0" cy="0"/>
        </a:xfrm>
      </p:grpSpPr>
      <p:pic>
        <p:nvPicPr>
          <p:cNvPr id="461" name="Google Shape;461;g3e23138d502_0_1246"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sp>
        <p:nvSpPr>
          <p:cNvPr id="462" name="Google Shape;462;g3e23138d502_0_1246"/>
          <p:cNvSpPr/>
          <p:nvPr/>
        </p:nvSpPr>
        <p:spPr>
          <a:xfrm>
            <a:off x="0" y="2321305"/>
            <a:ext cx="12192000" cy="45366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463" name="Google Shape;463;g3e23138d502_0_1246"/>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solidFill>
                  <a:schemeClr val="lt1"/>
                </a:solidFill>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464" name="Google Shape;464;g3e23138d502_0_1246"/>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Demo - Image Layout">
  <p:cSld name="1_Demo - Image Layout">
    <p:spTree>
      <p:nvGrpSpPr>
        <p:cNvPr id="1" name="Shape 465"/>
        <p:cNvGrpSpPr/>
        <p:nvPr/>
      </p:nvGrpSpPr>
      <p:grpSpPr>
        <a:xfrm>
          <a:off x="0" y="0"/>
          <a:ext cx="0" cy="0"/>
          <a:chOff x="0" y="0"/>
          <a:chExt cx="0" cy="0"/>
        </a:xfrm>
      </p:grpSpPr>
      <p:pic>
        <p:nvPicPr>
          <p:cNvPr id="466" name="Google Shape;466;g3e23138d502_0_125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67" name="Google Shape;467;g3e23138d502_0_1251"/>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Demo - Insert Video Layout">
  <p:cSld name="Demo - Insert Video Layout">
    <p:spTree>
      <p:nvGrpSpPr>
        <p:cNvPr id="1" name="Shape 468"/>
        <p:cNvGrpSpPr/>
        <p:nvPr/>
      </p:nvGrpSpPr>
      <p:grpSpPr>
        <a:xfrm>
          <a:off x="0" y="0"/>
          <a:ext cx="0" cy="0"/>
          <a:chOff x="0" y="0"/>
          <a:chExt cx="0" cy="0"/>
        </a:xfrm>
      </p:grpSpPr>
      <p:sp>
        <p:nvSpPr>
          <p:cNvPr id="469" name="Google Shape;469;g3e23138d502_0_1254"/>
          <p:cNvSpPr/>
          <p:nvPr/>
        </p:nvSpPr>
        <p:spPr>
          <a:xfrm>
            <a:off x="0" y="0"/>
            <a:ext cx="12192000" cy="6858000"/>
          </a:xfrm>
          <a:prstGeom prst="rect">
            <a:avLst/>
          </a:prstGeom>
          <a:solidFill>
            <a:schemeClr val="dk1"/>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a:solidFill>
                <a:schemeClr val="dk1"/>
              </a:solidFill>
              <a:latin typeface="NVIDIA Sans"/>
              <a:ea typeface="NVIDIA Sans"/>
              <a:cs typeface="NVIDIA Sans"/>
              <a:sym typeface="NVIDIA Sans"/>
            </a:endParaRPr>
          </a:p>
        </p:txBody>
      </p:sp>
      <p:sp>
        <p:nvSpPr>
          <p:cNvPr id="470" name="Google Shape;470;g3e23138d502_0_1254"/>
          <p:cNvSpPr>
            <a:spLocks noGrp="1"/>
          </p:cNvSpPr>
          <p:nvPr>
            <p:ph type="media" idx="2"/>
          </p:nvPr>
        </p:nvSpPr>
        <p:spPr>
          <a:xfrm>
            <a:off x="0" y="0"/>
            <a:ext cx="12192000" cy="6858000"/>
          </a:xfrm>
          <a:prstGeom prst="rect">
            <a:avLst/>
          </a:prstGeom>
          <a:solidFill>
            <a:srgbClr val="F2F2F2"/>
          </a:solidFill>
          <a:ln>
            <a:noFill/>
          </a:ln>
        </p:spPr>
        <p:txBody>
          <a:bodyPr spcFirstLastPara="1" wrap="square" lIns="30475" tIns="0" rIns="30475" bIns="1402075" anchor="ctr" anchorCtr="0">
            <a:noAutofit/>
          </a:bodyPr>
          <a:lstStyle>
            <a:lvl1pPr marR="0" lvl="0" algn="ctr">
              <a:lnSpc>
                <a:spcPct val="90000"/>
              </a:lnSpc>
              <a:spcBef>
                <a:spcPts val="1000"/>
              </a:spcBef>
              <a:spcAft>
                <a:spcPts val="0"/>
              </a:spcAft>
              <a:buClr>
                <a:schemeClr val="lt1"/>
              </a:buClr>
              <a:buSzPts val="2800"/>
              <a:buFont typeface="NVIDIA Sans"/>
              <a:buNone/>
              <a:defRPr sz="2800" b="1" i="0" u="none" strike="noStrike" cap="none">
                <a:solidFill>
                  <a:schemeClr val="lt1"/>
                </a:solidFill>
                <a:latin typeface="NVIDIA Sans"/>
                <a:ea typeface="NVIDIA Sans"/>
                <a:cs typeface="NVIDIA Sans"/>
                <a:sym typeface="NVIDIA Sans"/>
              </a:defRPr>
            </a:lvl1pPr>
            <a:lvl2pPr marR="0" lvl="1" algn="l">
              <a:lnSpc>
                <a:spcPct val="90000"/>
              </a:lnSpc>
              <a:spcBef>
                <a:spcPts val="500"/>
              </a:spcBef>
              <a:spcAft>
                <a:spcPts val="0"/>
              </a:spcAft>
              <a:buClr>
                <a:schemeClr val="dk1"/>
              </a:buClr>
              <a:buSzPts val="2400"/>
              <a:buFont typeface="NVIDIA Sans"/>
              <a:buChar char="•"/>
              <a:defRPr sz="2400" b="0" i="0" u="none" strike="noStrike" cap="none">
                <a:solidFill>
                  <a:schemeClr val="dk1"/>
                </a:solidFill>
                <a:latin typeface="NVIDIA Sans"/>
                <a:ea typeface="NVIDIA Sans"/>
                <a:cs typeface="NVIDIA Sans"/>
                <a:sym typeface="NVIDIA Sans"/>
              </a:defRPr>
            </a:lvl2pPr>
            <a:lvl3pPr marR="0" lvl="2" algn="l">
              <a:lnSpc>
                <a:spcPct val="90000"/>
              </a:lnSpc>
              <a:spcBef>
                <a:spcPts val="500"/>
              </a:spcBef>
              <a:spcAft>
                <a:spcPts val="0"/>
              </a:spcAft>
              <a:buClr>
                <a:schemeClr val="dk1"/>
              </a:buClr>
              <a:buSzPts val="2000"/>
              <a:buFont typeface="NVIDIA Sans"/>
              <a:buChar char="•"/>
              <a:defRPr sz="2000" b="0" i="0" u="none" strike="noStrike" cap="none">
                <a:solidFill>
                  <a:schemeClr val="dk1"/>
                </a:solidFill>
                <a:latin typeface="NVIDIA Sans"/>
                <a:ea typeface="NVIDIA Sans"/>
                <a:cs typeface="NVIDIA Sans"/>
                <a:sym typeface="NVIDIA Sans"/>
              </a:defRPr>
            </a:lvl3pPr>
            <a:lvl4pPr marR="0" lvl="3"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4pPr>
            <a:lvl5pPr marR="0" lvl="4"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5pPr>
            <a:lvl6pPr marR="0" lvl="5"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R="0" lvl="6"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R="0" lvl="7"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R="0" lvl="8"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471"/>
        <p:cNvGrpSpPr/>
        <p:nvPr/>
      </p:nvGrpSpPr>
      <p:grpSpPr>
        <a:xfrm>
          <a:off x="0" y="0"/>
          <a:ext cx="0" cy="0"/>
          <a:chOff x="0" y="0"/>
          <a:chExt cx="0" cy="0"/>
        </a:xfrm>
      </p:grpSpPr>
      <p:pic>
        <p:nvPicPr>
          <p:cNvPr id="472" name="Google Shape;472;g3e23138d502_0_1257" descr="A green and white background&#10;&#10;Description automatically generated"/>
          <p:cNvPicPr preferRelativeResize="0"/>
          <p:nvPr/>
        </p:nvPicPr>
        <p:blipFill rotWithShape="1">
          <a:blip r:embed="rId2">
            <a:alphaModFix/>
          </a:blip>
          <a:srcRect/>
          <a:stretch/>
        </p:blipFill>
        <p:spPr>
          <a:xfrm>
            <a:off x="0" y="0"/>
            <a:ext cx="12191998" cy="6857999"/>
          </a:xfrm>
          <a:prstGeom prst="rect">
            <a:avLst/>
          </a:prstGeom>
          <a:noFill/>
          <a:ln>
            <a:noFill/>
          </a:ln>
        </p:spPr>
      </p:pic>
      <p:pic>
        <p:nvPicPr>
          <p:cNvPr id="473" name="Google Shape;473;g3e23138d502_0_1257" descr="A picture containing graphics, logo, symbol, graphic design&#10;&#10;Description automatically generated"/>
          <p:cNvPicPr preferRelativeResize="0"/>
          <p:nvPr/>
        </p:nvPicPr>
        <p:blipFill rotWithShape="1">
          <a:blip r:embed="rId3">
            <a:alphaModFix/>
          </a:blip>
          <a:srcRect/>
          <a:stretch/>
        </p:blipFill>
        <p:spPr>
          <a:xfrm>
            <a:off x="272042" y="257844"/>
            <a:ext cx="2788663" cy="960771"/>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474"/>
        <p:cNvGrpSpPr/>
        <p:nvPr/>
      </p:nvGrpSpPr>
      <p:grpSpPr>
        <a:xfrm>
          <a:off x="0" y="0"/>
          <a:ext cx="0" cy="0"/>
          <a:chOff x="0" y="0"/>
          <a:chExt cx="0" cy="0"/>
        </a:xfrm>
      </p:grpSpPr>
      <p:sp>
        <p:nvSpPr>
          <p:cNvPr id="475" name="Google Shape;475;g3e23138d502_0_1260"/>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lvl="0" algn="ctr">
              <a:lnSpc>
                <a:spcPct val="90000"/>
              </a:lnSpc>
              <a:spcBef>
                <a:spcPts val="0"/>
              </a:spcBef>
              <a:spcAft>
                <a:spcPts val="0"/>
              </a:spcAft>
              <a:buClr>
                <a:schemeClr val="lt1"/>
              </a:buClr>
              <a:buSzPts val="2400"/>
              <a:buFont typeface="NVIDIA Sans"/>
              <a:buNone/>
              <a:defRPr sz="2400" b="1" cap="none">
                <a:latin typeface="NVIDIA Sans"/>
                <a:ea typeface="NVIDIA Sans"/>
                <a:cs typeface="NVIDIA Sans"/>
                <a:sym typeface="NVIDIA Sans"/>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a:endParaRPr/>
          </a:p>
        </p:txBody>
      </p:sp>
      <p:sp>
        <p:nvSpPr>
          <p:cNvPr id="476" name="Google Shape;476;g3e23138d502_0_1260"/>
          <p:cNvSpPr txBox="1">
            <a:spLocks noGrp="1"/>
          </p:cNvSpPr>
          <p:nvPr>
            <p:ph type="body" idx="1"/>
          </p:nvPr>
        </p:nvSpPr>
        <p:spPr>
          <a:xfrm>
            <a:off x="838200" y="829056"/>
            <a:ext cx="10515600" cy="469500"/>
          </a:xfrm>
          <a:prstGeom prst="rect">
            <a:avLst/>
          </a:prstGeom>
          <a:noFill/>
          <a:ln>
            <a:noFill/>
          </a:ln>
        </p:spPr>
        <p:txBody>
          <a:bodyPr spcFirstLastPara="1" wrap="square" lIns="30475" tIns="15225" rIns="30475" bIns="15225" anchor="t" anchorCtr="0">
            <a:noAutofit/>
          </a:bodyPr>
          <a:lstStyle>
            <a:lvl1pPr marL="457200" marR="0" lvl="0" indent="-228600" algn="ctr">
              <a:lnSpc>
                <a:spcPct val="90000"/>
              </a:lnSpc>
              <a:spcBef>
                <a:spcPts val="0"/>
              </a:spcBef>
              <a:spcAft>
                <a:spcPts val="0"/>
              </a:spcAft>
              <a:buClr>
                <a:schemeClr val="dk2"/>
              </a:buClr>
              <a:buSzPts val="1600"/>
              <a:buFont typeface="NVIDIA Sans"/>
              <a:buNone/>
              <a:defRPr sz="16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500"/>
              </a:spcBef>
              <a:spcAft>
                <a:spcPts val="0"/>
              </a:spcAft>
              <a:buClr>
                <a:schemeClr val="dk1"/>
              </a:buClr>
              <a:buSzPts val="1500"/>
              <a:buFont typeface="NVIDIA Sans"/>
              <a:buNone/>
              <a:defRPr sz="1500" b="0" i="0" u="none" strike="noStrike" cap="none">
                <a:solidFill>
                  <a:schemeClr val="dk1"/>
                </a:solidFill>
                <a:latin typeface="NVIDIA Sans"/>
                <a:ea typeface="NVIDIA Sans"/>
                <a:cs typeface="NVIDIA Sans"/>
                <a:sym typeface="NVIDIA Sans"/>
              </a:defRPr>
            </a:lvl5pPr>
            <a:lvl6pPr marL="2743200" marR="0" lvl="5"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6pPr>
            <a:lvl7pPr marL="3200400" marR="0" lvl="6"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7pPr>
            <a:lvl8pPr marL="3657600" marR="0" lvl="7"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8pPr>
            <a:lvl9pPr marL="4114800" marR="0" lvl="8" indent="-342900" algn="l">
              <a:lnSpc>
                <a:spcPct val="90000"/>
              </a:lnSpc>
              <a:spcBef>
                <a:spcPts val="500"/>
              </a:spcBef>
              <a:spcAft>
                <a:spcPts val="0"/>
              </a:spcAft>
              <a:buClr>
                <a:schemeClr val="dk1"/>
              </a:buClr>
              <a:buSzPts val="18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slideLayout" Target="../slideLayouts/slideLayout42.xml"/><Relationship Id="rId30" Type="http://schemas.openxmlformats.org/officeDocument/2006/relationships/slideLayout" Target="../slideLayouts/slideLayout43.xml"/><Relationship Id="rId31" Type="http://schemas.openxmlformats.org/officeDocument/2006/relationships/slideLayout" Target="../slideLayouts/slideLayout44.xml"/><Relationship Id="rId32" Type="http://schemas.openxmlformats.org/officeDocument/2006/relationships/slideLayout" Target="../slideLayouts/slideLayout45.xml"/><Relationship Id="rId33" Type="http://schemas.openxmlformats.org/officeDocument/2006/relationships/slideLayout" Target="../slideLayouts/slideLayout46.xml"/><Relationship Id="rId34" Type="http://schemas.openxmlformats.org/officeDocument/2006/relationships/slideLayout" Target="../slideLayouts/slideLayout47.xml"/><Relationship Id="rId35" Type="http://schemas.openxmlformats.org/officeDocument/2006/relationships/slideLayout" Target="../slideLayouts/slideLayout48.xml"/><Relationship Id="rId36" Type="http://schemas.openxmlformats.org/officeDocument/2006/relationships/slideLayout" Target="../slideLayouts/slideLayout49.xml"/><Relationship Id="rId37" Type="http://schemas.openxmlformats.org/officeDocument/2006/relationships/slideLayout" Target="../slideLayouts/slideLayout50.xml"/><Relationship Id="rId38" Type="http://schemas.openxmlformats.org/officeDocument/2006/relationships/slideLayout" Target="../slideLayouts/slideLayout51.xml"/><Relationship Id="rId39" Type="http://schemas.openxmlformats.org/officeDocument/2006/relationships/slideLayout" Target="../slideLayouts/slideLayout52.xml"/><Relationship Id="rId40" Type="http://schemas.openxmlformats.org/officeDocument/2006/relationships/slideLayout" Target="../slideLayouts/slideLayout53.xml"/><Relationship Id="rId41" Type="http://schemas.openxmlformats.org/officeDocument/2006/relationships/theme" Target="../theme/theme2.xml"/><Relationship Id="rId4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g279cdef50ac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279cdef50ac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2" name="Google Shape;12;g279cdef50ac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
        <p:cNvGrpSpPr/>
        <p:nvPr/>
      </p:nvGrpSpPr>
      <p:grpSpPr>
        <a:xfrm>
          <a:off x="0" y="0"/>
          <a:ext cx="0" cy="0"/>
          <a:chOff x="0" y="0"/>
          <a:chExt cx="0" cy="0"/>
        </a:xfrm>
      </p:grpSpPr>
      <p:sp>
        <p:nvSpPr>
          <p:cNvPr id="68" name="Google Shape;68;g3e23138d502_0_853"/>
          <p:cNvSpPr txBox="1">
            <a:spLocks noGrp="1"/>
          </p:cNvSpPr>
          <p:nvPr>
            <p:ph type="title"/>
          </p:nvPr>
        </p:nvSpPr>
        <p:spPr>
          <a:xfrm>
            <a:off x="838200" y="0"/>
            <a:ext cx="10515600" cy="838200"/>
          </a:xfrm>
          <a:prstGeom prst="rect">
            <a:avLst/>
          </a:prstGeom>
          <a:noFill/>
          <a:ln>
            <a:noFill/>
          </a:ln>
        </p:spPr>
        <p:txBody>
          <a:bodyPr spcFirstLastPara="1" wrap="square" lIns="30475" tIns="15225" rIns="30475" bIns="15225" anchor="b" anchorCtr="0">
            <a:normAutofit/>
          </a:bodyPr>
          <a:lstStyle>
            <a:lvl1pPr marR="0" lvl="0" algn="ctr">
              <a:lnSpc>
                <a:spcPct val="90000"/>
              </a:lnSpc>
              <a:spcBef>
                <a:spcPts val="0"/>
              </a:spcBef>
              <a:spcAft>
                <a:spcPts val="0"/>
              </a:spcAft>
              <a:buClr>
                <a:schemeClr val="lt1"/>
              </a:buClr>
              <a:buSzPts val="2400"/>
              <a:buFont typeface="NVIDIA Sans"/>
              <a:buNone/>
              <a:defRPr sz="2400" b="1" i="0" u="none" strike="noStrike" cap="none">
                <a:solidFill>
                  <a:schemeClr val="lt1"/>
                </a:solidFill>
                <a:latin typeface="NVIDIA Sans"/>
                <a:ea typeface="NVIDIA Sans"/>
                <a:cs typeface="NVIDIA Sans"/>
                <a:sym typeface="NVIDIA Sans"/>
              </a:defRPr>
            </a:lvl1pPr>
            <a:lvl2pPr lvl="1">
              <a:spcBef>
                <a:spcPts val="0"/>
              </a:spcBef>
              <a:spcAft>
                <a:spcPts val="0"/>
              </a:spcAft>
              <a:buSzPts val="500"/>
              <a:buNone/>
              <a:defRPr sz="600"/>
            </a:lvl2pPr>
            <a:lvl3pPr lvl="2">
              <a:spcBef>
                <a:spcPts val="0"/>
              </a:spcBef>
              <a:spcAft>
                <a:spcPts val="0"/>
              </a:spcAft>
              <a:buSzPts val="500"/>
              <a:buNone/>
              <a:defRPr sz="600"/>
            </a:lvl3pPr>
            <a:lvl4pPr lvl="3">
              <a:spcBef>
                <a:spcPts val="0"/>
              </a:spcBef>
              <a:spcAft>
                <a:spcPts val="0"/>
              </a:spcAft>
              <a:buSzPts val="500"/>
              <a:buNone/>
              <a:defRPr sz="600"/>
            </a:lvl4pPr>
            <a:lvl5pPr lvl="4">
              <a:spcBef>
                <a:spcPts val="0"/>
              </a:spcBef>
              <a:spcAft>
                <a:spcPts val="0"/>
              </a:spcAft>
              <a:buSzPts val="500"/>
              <a:buNone/>
              <a:defRPr sz="600"/>
            </a:lvl5pPr>
            <a:lvl6pPr lvl="5">
              <a:spcBef>
                <a:spcPts val="0"/>
              </a:spcBef>
              <a:spcAft>
                <a:spcPts val="0"/>
              </a:spcAft>
              <a:buSzPts val="500"/>
              <a:buNone/>
              <a:defRPr sz="600"/>
            </a:lvl6pPr>
            <a:lvl7pPr lvl="6">
              <a:spcBef>
                <a:spcPts val="0"/>
              </a:spcBef>
              <a:spcAft>
                <a:spcPts val="0"/>
              </a:spcAft>
              <a:buSzPts val="500"/>
              <a:buNone/>
              <a:defRPr sz="600"/>
            </a:lvl7pPr>
            <a:lvl8pPr lvl="7">
              <a:spcBef>
                <a:spcPts val="0"/>
              </a:spcBef>
              <a:spcAft>
                <a:spcPts val="0"/>
              </a:spcAft>
              <a:buSzPts val="500"/>
              <a:buNone/>
              <a:defRPr sz="600"/>
            </a:lvl8pPr>
            <a:lvl9pPr lvl="8">
              <a:spcBef>
                <a:spcPts val="0"/>
              </a:spcBef>
              <a:spcAft>
                <a:spcPts val="0"/>
              </a:spcAft>
              <a:buSzPts val="500"/>
              <a:buNone/>
              <a:defRPr sz="600"/>
            </a:lvl9pPr>
          </a:lstStyle>
          <a:p>
            <a:endParaRPr/>
          </a:p>
        </p:txBody>
      </p:sp>
      <p:grpSp>
        <p:nvGrpSpPr>
          <p:cNvPr id="69" name="Google Shape;69;g3e23138d502_0_853"/>
          <p:cNvGrpSpPr/>
          <p:nvPr/>
        </p:nvGrpSpPr>
        <p:grpSpPr>
          <a:xfrm>
            <a:off x="11352664" y="6500821"/>
            <a:ext cx="838101" cy="357602"/>
            <a:chOff x="34061399" y="19504414"/>
            <a:chExt cx="2514553" cy="1072912"/>
          </a:xfrm>
        </p:grpSpPr>
        <p:sp>
          <p:nvSpPr>
            <p:cNvPr id="70" name="Google Shape;70;g3e23138d502_0_853"/>
            <p:cNvSpPr/>
            <p:nvPr/>
          </p:nvSpPr>
          <p:spPr>
            <a:xfrm>
              <a:off x="36420552" y="19687526"/>
              <a:ext cx="155400" cy="889800"/>
            </a:xfrm>
            <a:prstGeom prst="rect">
              <a:avLst/>
            </a:prstGeom>
            <a:solidFill>
              <a:schemeClr val="dk2"/>
            </a:solidFill>
            <a:ln>
              <a:noFill/>
            </a:ln>
          </p:spPr>
          <p:txBody>
            <a:bodyPr spcFirstLastPara="1" wrap="square" lIns="30475" tIns="15225" rIns="30475" bIns="15225" anchor="ctr" anchorCtr="0">
              <a:noAutofit/>
            </a:bodyPr>
            <a:lstStyle/>
            <a:p>
              <a:pPr marL="0" marR="0" lvl="0" indent="0" algn="ctr" rtl="0">
                <a:lnSpc>
                  <a:spcPct val="90000"/>
                </a:lnSpc>
                <a:spcBef>
                  <a:spcPts val="0"/>
                </a:spcBef>
                <a:spcAft>
                  <a:spcPts val="0"/>
                </a:spcAft>
                <a:buNone/>
              </a:pPr>
              <a:endParaRPr sz="1300" b="0" i="0" u="none" strike="noStrike" cap="none">
                <a:solidFill>
                  <a:schemeClr val="dk1"/>
                </a:solidFill>
                <a:latin typeface="NVIDIA Sans"/>
                <a:ea typeface="NVIDIA Sans"/>
                <a:cs typeface="NVIDIA Sans"/>
                <a:sym typeface="NVIDIA Sans"/>
              </a:endParaRPr>
            </a:p>
          </p:txBody>
        </p:sp>
        <p:pic>
          <p:nvPicPr>
            <p:cNvPr id="71" name="Google Shape;71;g3e23138d502_0_853" descr="A picture containing shape&#10;&#10;Description automatically generated"/>
            <p:cNvPicPr preferRelativeResize="0"/>
            <p:nvPr/>
          </p:nvPicPr>
          <p:blipFill rotWithShape="1">
            <a:blip r:embed="rId42">
              <a:alphaModFix/>
            </a:blip>
            <a:srcRect/>
            <a:stretch/>
          </p:blipFill>
          <p:spPr>
            <a:xfrm>
              <a:off x="34061399" y="19504414"/>
              <a:ext cx="2003438" cy="690237"/>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s://join.slack.com/t/indiaagentica-fy61197/shared_invite/zt-3y5o0mhrm-vttWxctIJ7IuaMxXrQa77w" TargetMode="External"/><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g3e23138d502_0_3"/>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r>
              <a:rPr sz="2600"/>
              <a:t>FedNeMo — Privacy-Preserving Federated Fine-Tuning of Nemotron for Healthcare</a:t>
            </a:r>
          </a:p>
        </p:txBody>
      </p:sp>
      <p:sp>
        <p:nvSpPr>
          <p:cNvPr id="483" name="Google Shape;483;g3e23138d502_0_3"/>
          <p:cNvSpPr txBox="1">
            <a:spLocks noGrp="1"/>
          </p:cNvSpPr>
          <p:nvPr>
            <p:ph type="subTitle" idx="1"/>
          </p:nvPr>
        </p:nvSpPr>
        <p:spPr>
          <a:xfrm>
            <a:off x="504333" y="2647242"/>
            <a:ext cx="8066400" cy="567900"/>
          </a:xfrm>
          <a:prstGeom prst="rect">
            <a:avLst/>
          </a:prstGeom>
          <a:noFill/>
          <a:ln>
            <a:noFill/>
          </a:ln>
        </p:spPr>
        <p:txBody>
          <a:bodyPr spcFirstLastPara="1" wrap="square" lIns="30475" tIns="15225" rIns="30475" bIns="15225" anchor="t" anchorCtr="0">
            <a:normAutofit/>
          </a:bodyPr>
          <a:lstStyle/>
          <a:p>
            <a:r>
              <a:t>Team: Midnight Ciphers   |   Track B — Model Finetuning &amp; Customisation</a:t>
            </a:r>
          </a:p>
        </p:txBody>
      </p:sp>
      <p:pic>
        <p:nvPicPr>
          <p:cNvPr id="484" name="Google Shape;484;g3e23138d502_0_3"/>
          <p:cNvPicPr preferRelativeResize="0"/>
          <p:nvPr/>
        </p:nvPicPr>
        <p:blipFill>
          <a:blip r:embed="rId3">
            <a:alphaModFix/>
          </a:blip>
          <a:stretch>
            <a:fillRect/>
          </a:stretch>
        </p:blipFill>
        <p:spPr>
          <a:xfrm>
            <a:off x="379026" y="6105425"/>
            <a:ext cx="1980568" cy="567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g3e23138d502_0_846"/>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491" name="Google Shape;491;g3e23138d502_0_846"/>
          <p:cNvSpPr txBox="1">
            <a:spLocks noGrp="1"/>
          </p:cNvSpPr>
          <p:nvPr>
            <p:ph type="ctrTitle" idx="4294967295"/>
          </p:nvPr>
        </p:nvSpPr>
        <p:spPr>
          <a:xfrm>
            <a:off x="1065178" y="762950"/>
            <a:ext cx="8527800" cy="4269000"/>
          </a:xfrm>
          <a:prstGeom prst="rect">
            <a:avLst/>
          </a:prstGeom>
          <a:noFill/>
          <a:ln>
            <a:noFill/>
          </a:ln>
        </p:spPr>
        <p:txBody>
          <a:bodyPr spcFirstLastPara="1" wrap="square" lIns="121900" tIns="121900" rIns="121900" bIns="121900" anchor="b" anchorCtr="0">
            <a:noAutofit/>
          </a:bodyPr>
          <a:lstStyle/>
          <a:p>
            <a:pPr marL="0" lvl="0" indent="0" algn="l" rtl="0">
              <a:lnSpc>
                <a:spcPct val="100000"/>
              </a:lnSpc>
              <a:spcBef>
                <a:spcPts val="0"/>
              </a:spcBef>
              <a:spcAft>
                <a:spcPts val="0"/>
              </a:spcAft>
              <a:buClr>
                <a:schemeClr val="dk1"/>
              </a:buClr>
              <a:buSzPts val="990"/>
              <a:buFont typeface="Arial"/>
              <a:buNone/>
            </a:pPr>
            <a:r>
              <a:rPr lang="en-US" sz="1400" b="1" i="0">
                <a:latin typeface="Arial"/>
                <a:ea typeface="Arial"/>
                <a:cs typeface="Arial"/>
                <a:sym typeface="Arial"/>
              </a:rPr>
              <a:t>Contents:</a:t>
            </a:r>
            <a:endParaRPr sz="1400" b="1" i="0">
              <a:latin typeface="Arial"/>
              <a:ea typeface="Arial"/>
              <a:cs typeface="Arial"/>
              <a:sym typeface="Arial"/>
            </a:endParaRPr>
          </a:p>
          <a:p>
            <a:pPr marL="0" lvl="0" indent="0" algn="l" rtl="0">
              <a:lnSpc>
                <a:spcPct val="100000"/>
              </a:lnSpc>
              <a:spcBef>
                <a:spcPts val="0"/>
              </a:spcBef>
              <a:spcAft>
                <a:spcPts val="0"/>
              </a:spcAft>
              <a:buClr>
                <a:schemeClr val="dk1"/>
              </a:buClr>
              <a:buSzPts val="990"/>
              <a:buFont typeface="Arial"/>
              <a:buNone/>
            </a:pPr>
            <a:r>
              <a:rPr lang="en-US" sz="1400" i="0">
                <a:latin typeface="Arial"/>
                <a:ea typeface="Arial"/>
                <a:cs typeface="Arial"/>
                <a:sym typeface="Arial"/>
              </a:rPr>
              <a:t> </a:t>
            </a:r>
            <a:endParaRPr sz="1400" i="0">
              <a:latin typeface="Arial"/>
              <a:ea typeface="Arial"/>
              <a:cs typeface="Arial"/>
              <a:sym typeface="Arial"/>
            </a:endParaRPr>
          </a:p>
          <a:p>
            <a:pPr marL="457200" lvl="0" indent="-317500" algn="l" rtl="0">
              <a:lnSpc>
                <a:spcPct val="100000"/>
              </a:lnSpc>
              <a:spcBef>
                <a:spcPts val="0"/>
              </a:spcBef>
              <a:spcAft>
                <a:spcPts val="0"/>
              </a:spcAft>
              <a:buSzPts val="1400"/>
              <a:buFont typeface="Arial"/>
              <a:buAutoNum type="arabicPeriod"/>
            </a:pPr>
            <a:r>
              <a:rPr lang="en-US" sz="1400" i="0">
                <a:latin typeface="Arial"/>
                <a:ea typeface="Arial"/>
                <a:cs typeface="Arial"/>
                <a:sym typeface="Arial"/>
              </a:rPr>
              <a:t>Team introduction</a:t>
            </a:r>
            <a:endParaRPr sz="1400" i="0">
              <a:latin typeface="Arial"/>
              <a:ea typeface="Arial"/>
              <a:cs typeface="Arial"/>
              <a:sym typeface="Arial"/>
            </a:endParaRPr>
          </a:p>
          <a:p>
            <a:pPr marL="457200" lvl="0" indent="-317500" algn="l" rtl="0">
              <a:lnSpc>
                <a:spcPct val="100000"/>
              </a:lnSpc>
              <a:spcBef>
                <a:spcPts val="0"/>
              </a:spcBef>
              <a:spcAft>
                <a:spcPts val="0"/>
              </a:spcAft>
              <a:buSzPts val="1400"/>
              <a:buFont typeface="Arial"/>
              <a:buAutoNum type="arabicPeriod"/>
            </a:pPr>
            <a:r>
              <a:rPr lang="en-US" sz="1400" i="0">
                <a:latin typeface="Arial"/>
                <a:ea typeface="Arial"/>
                <a:cs typeface="Arial"/>
                <a:sym typeface="Arial"/>
              </a:rPr>
              <a:t>AI Use-case</a:t>
            </a:r>
            <a:endParaRPr sz="1400" i="0">
              <a:latin typeface="Arial"/>
              <a:ea typeface="Arial"/>
              <a:cs typeface="Arial"/>
              <a:sym typeface="Arial"/>
            </a:endParaRPr>
          </a:p>
          <a:p>
            <a:pPr marL="457200" lvl="0" indent="-317500" algn="l" rtl="0">
              <a:lnSpc>
                <a:spcPct val="100000"/>
              </a:lnSpc>
              <a:spcBef>
                <a:spcPts val="0"/>
              </a:spcBef>
              <a:spcAft>
                <a:spcPts val="0"/>
              </a:spcAft>
              <a:buSzPts val="1400"/>
              <a:buFont typeface="Arial"/>
              <a:buAutoNum type="arabicPeriod"/>
            </a:pPr>
            <a:r>
              <a:rPr lang="en-US" sz="1400"/>
              <a:t>Tech Stack</a:t>
            </a:r>
            <a:endParaRPr sz="1400" i="0">
              <a:latin typeface="Arial"/>
              <a:ea typeface="Arial"/>
              <a:cs typeface="Arial"/>
              <a:sym typeface="Arial"/>
            </a:endParaRPr>
          </a:p>
          <a:p>
            <a:pPr marL="457200" lvl="0" indent="-317500" algn="l" rtl="0">
              <a:lnSpc>
                <a:spcPct val="100000"/>
              </a:lnSpc>
              <a:spcBef>
                <a:spcPts val="0"/>
              </a:spcBef>
              <a:spcAft>
                <a:spcPts val="0"/>
              </a:spcAft>
              <a:buSzPts val="1400"/>
              <a:buFont typeface="Arial"/>
              <a:buAutoNum type="arabicPeriod"/>
            </a:pPr>
            <a:r>
              <a:rPr lang="en-US" sz="1400" i="0">
                <a:latin typeface="Arial"/>
                <a:ea typeface="Arial"/>
                <a:cs typeface="Arial"/>
                <a:sym typeface="Arial"/>
              </a:rPr>
              <a:t>Roadmap</a:t>
            </a:r>
            <a:endParaRPr sz="1400" i="0">
              <a:latin typeface="Arial"/>
              <a:ea typeface="Arial"/>
              <a:cs typeface="Arial"/>
              <a:sym typeface="Arial"/>
            </a:endParaRPr>
          </a:p>
          <a:p>
            <a:pPr marL="0" lvl="0" indent="0" algn="l" rtl="0">
              <a:lnSpc>
                <a:spcPct val="100000"/>
              </a:lnSpc>
              <a:spcBef>
                <a:spcPts val="0"/>
              </a:spcBef>
              <a:spcAft>
                <a:spcPts val="0"/>
              </a:spcAft>
              <a:buSzPts val="6900"/>
              <a:buNone/>
            </a:pPr>
            <a:endParaRPr sz="1400" i="0">
              <a:latin typeface="Arial"/>
              <a:ea typeface="Arial"/>
              <a:cs typeface="Arial"/>
              <a:sym typeface="Arial"/>
            </a:endParaRPr>
          </a:p>
          <a:p>
            <a:pPr marL="0" lvl="0" indent="0" algn="l" rtl="0">
              <a:lnSpc>
                <a:spcPct val="100000"/>
              </a:lnSpc>
              <a:spcBef>
                <a:spcPts val="0"/>
              </a:spcBef>
              <a:spcAft>
                <a:spcPts val="0"/>
              </a:spcAft>
              <a:buSzPts val="6900"/>
              <a:buNone/>
            </a:pPr>
            <a:r>
              <a:rPr lang="en-US" sz="1400" b="1" i="0">
                <a:latin typeface="Arial"/>
                <a:ea typeface="Arial"/>
                <a:cs typeface="Arial"/>
                <a:sym typeface="Arial"/>
              </a:rPr>
              <a:t>Instructions: </a:t>
            </a:r>
            <a:endParaRPr sz="1400" b="1" i="0">
              <a:latin typeface="Arial"/>
              <a:ea typeface="Arial"/>
              <a:cs typeface="Arial"/>
              <a:sym typeface="Arial"/>
            </a:endParaRPr>
          </a:p>
          <a:p>
            <a:pPr marL="0" lvl="0" indent="0" algn="l" rtl="0">
              <a:lnSpc>
                <a:spcPct val="100000"/>
              </a:lnSpc>
              <a:spcBef>
                <a:spcPts val="0"/>
              </a:spcBef>
              <a:spcAft>
                <a:spcPts val="0"/>
              </a:spcAft>
              <a:buSzPts val="6900"/>
              <a:buNone/>
            </a:pPr>
            <a:endParaRPr sz="1400" i="0">
              <a:latin typeface="Arial"/>
              <a:ea typeface="Arial"/>
              <a:cs typeface="Arial"/>
              <a:sym typeface="Arial"/>
            </a:endParaRPr>
          </a:p>
          <a:p>
            <a:pPr marL="457200" lvl="0" indent="-317500" algn="l" rtl="0">
              <a:lnSpc>
                <a:spcPct val="100000"/>
              </a:lnSpc>
              <a:spcBef>
                <a:spcPts val="0"/>
              </a:spcBef>
              <a:spcAft>
                <a:spcPts val="0"/>
              </a:spcAft>
              <a:buSzPts val="1400"/>
              <a:buFont typeface="Arial"/>
              <a:buChar char="●"/>
            </a:pPr>
            <a:r>
              <a:rPr lang="en-US" sz="1400" i="1">
                <a:latin typeface="Arial"/>
                <a:ea typeface="Arial"/>
                <a:cs typeface="Arial"/>
                <a:sym typeface="Arial"/>
              </a:rPr>
              <a:t>Teams can use more than one slide per section.</a:t>
            </a:r>
            <a:endParaRPr sz="1400" i="1">
              <a:latin typeface="Arial"/>
              <a:ea typeface="Arial"/>
              <a:cs typeface="Arial"/>
              <a:sym typeface="Arial"/>
            </a:endParaRPr>
          </a:p>
          <a:p>
            <a:pPr marL="457200" lvl="0" indent="-317500" algn="l" rtl="0">
              <a:lnSpc>
                <a:spcPct val="100000"/>
              </a:lnSpc>
              <a:spcBef>
                <a:spcPts val="0"/>
              </a:spcBef>
              <a:spcAft>
                <a:spcPts val="0"/>
              </a:spcAft>
              <a:buSzPts val="1400"/>
              <a:buFont typeface="Arial"/>
              <a:buChar char="●"/>
            </a:pPr>
            <a:r>
              <a:rPr lang="en-US" sz="1400" i="1">
                <a:latin typeface="Arial"/>
                <a:ea typeface="Arial"/>
                <a:cs typeface="Arial"/>
                <a:sym typeface="Arial"/>
              </a:rPr>
              <a:t>Teams should restrict the total number of slides to a maximum of 15.</a:t>
            </a:r>
            <a:endParaRPr sz="1400" i="1">
              <a:latin typeface="Arial"/>
              <a:ea typeface="Arial"/>
              <a:cs typeface="Arial"/>
              <a:sym typeface="Arial"/>
            </a:endParaRPr>
          </a:p>
          <a:p>
            <a:pPr marL="457200" lvl="0" indent="-317500" algn="l" rtl="0">
              <a:lnSpc>
                <a:spcPct val="100000"/>
              </a:lnSpc>
              <a:spcBef>
                <a:spcPts val="0"/>
              </a:spcBef>
              <a:spcAft>
                <a:spcPts val="0"/>
              </a:spcAft>
              <a:buSzPts val="1400"/>
              <a:buFont typeface="Arial"/>
              <a:buChar char="●"/>
            </a:pPr>
            <a:r>
              <a:rPr lang="en-US" sz="1400" i="1">
                <a:latin typeface="Arial"/>
                <a:ea typeface="Arial"/>
                <a:cs typeface="Arial"/>
                <a:sym typeface="Arial"/>
              </a:rPr>
              <a:t>Teams can add optional points which they believe would support their application. </a:t>
            </a:r>
            <a:endParaRPr sz="1400" i="1">
              <a:latin typeface="Arial"/>
              <a:ea typeface="Arial"/>
              <a:cs typeface="Arial"/>
              <a:sym typeface="Arial"/>
            </a:endParaRPr>
          </a:p>
          <a:p>
            <a:pPr marL="457200" lvl="0" indent="-317500" algn="l" rtl="0">
              <a:lnSpc>
                <a:spcPct val="100000"/>
              </a:lnSpc>
              <a:spcBef>
                <a:spcPts val="0"/>
              </a:spcBef>
              <a:spcAft>
                <a:spcPts val="0"/>
              </a:spcAft>
              <a:buSzPts val="1400"/>
              <a:buFont typeface="Arial"/>
              <a:buChar char="●"/>
            </a:pPr>
            <a:r>
              <a:rPr lang="en-US" sz="1400" i="1"/>
              <a:t>Please submit the presentations prior to the application deadline</a:t>
            </a:r>
            <a:r>
              <a:rPr lang="en-US" sz="1400" i="1">
                <a:latin typeface="Arial"/>
                <a:ea typeface="Arial"/>
                <a:cs typeface="Arial"/>
                <a:sym typeface="Arial"/>
              </a:rPr>
              <a:t>.</a:t>
            </a:r>
            <a:endParaRPr sz="1400" i="1">
              <a:latin typeface="Arial"/>
              <a:ea typeface="Arial"/>
              <a:cs typeface="Arial"/>
              <a:sym typeface="Arial"/>
            </a:endParaRPr>
          </a:p>
          <a:p>
            <a:pPr marL="457200" lvl="0" indent="-317500" algn="l" rtl="0">
              <a:lnSpc>
                <a:spcPct val="100000"/>
              </a:lnSpc>
              <a:spcBef>
                <a:spcPts val="0"/>
              </a:spcBef>
              <a:spcAft>
                <a:spcPts val="0"/>
              </a:spcAft>
              <a:buSzPts val="1400"/>
              <a:buChar char="●"/>
            </a:pPr>
            <a:r>
              <a:rPr lang="en-US" sz="1400" i="1"/>
              <a:t>Keep it simple and to the point for the reviewers to make judgement.</a:t>
            </a:r>
            <a:endParaRPr sz="1400" i="1"/>
          </a:p>
          <a:p>
            <a:pPr marL="457200" lvl="0" indent="0" algn="l" rtl="0">
              <a:lnSpc>
                <a:spcPct val="100000"/>
              </a:lnSpc>
              <a:spcBef>
                <a:spcPts val="0"/>
              </a:spcBef>
              <a:spcAft>
                <a:spcPts val="0"/>
              </a:spcAft>
              <a:buSzPts val="6900"/>
              <a:buNone/>
            </a:pPr>
            <a:endParaRPr sz="1400" i="1">
              <a:latin typeface="Arial"/>
              <a:ea typeface="Arial"/>
              <a:cs typeface="Arial"/>
              <a:sym typeface="Arial"/>
            </a:endParaRPr>
          </a:p>
          <a:p>
            <a:pPr marL="0" lvl="0" indent="0" algn="l" rtl="0">
              <a:lnSpc>
                <a:spcPct val="100000"/>
              </a:lnSpc>
              <a:spcBef>
                <a:spcPts val="0"/>
              </a:spcBef>
              <a:spcAft>
                <a:spcPts val="0"/>
              </a:spcAft>
              <a:buClr>
                <a:schemeClr val="dk1"/>
              </a:buClr>
              <a:buSzPts val="990"/>
              <a:buFont typeface="Arial"/>
              <a:buNone/>
            </a:pPr>
            <a:endParaRPr sz="1400" i="0">
              <a:latin typeface="Arial"/>
              <a:ea typeface="Arial"/>
              <a:cs typeface="Arial"/>
              <a:sym typeface="Arial"/>
            </a:endParaRPr>
          </a:p>
          <a:p>
            <a:pPr marL="0" lvl="0" indent="0" algn="l" rtl="0">
              <a:lnSpc>
                <a:spcPct val="100000"/>
              </a:lnSpc>
              <a:spcBef>
                <a:spcPts val="0"/>
              </a:spcBef>
              <a:spcAft>
                <a:spcPts val="0"/>
              </a:spcAft>
              <a:buSzPts val="990"/>
              <a:buNone/>
            </a:pPr>
            <a:endParaRPr sz="1400" i="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3e23138d502_0_1314"/>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pPr marL="0" lvl="0" indent="0" algn="l" rtl="0">
              <a:lnSpc>
                <a:spcPct val="90000"/>
              </a:lnSpc>
              <a:spcBef>
                <a:spcPts val="0"/>
              </a:spcBef>
              <a:spcAft>
                <a:spcPts val="0"/>
              </a:spcAft>
              <a:buClr>
                <a:schemeClr val="lt1"/>
              </a:buClr>
              <a:buSzPts val="2900"/>
              <a:buFont typeface="NVIDIA Sans"/>
              <a:buNone/>
            </a:pPr>
            <a:r>
              <a:rPr lang="en-US"/>
              <a:t>TEAM INTRODUCTION</a:t>
            </a:r>
            <a:endParaRPr/>
          </a:p>
        </p:txBody>
      </p:sp>
      <p:sp>
        <p:nvSpPr>
          <p:cNvPr id="498" name="Google Shape;498;g3e23138d502_0_1314"/>
          <p:cNvSpPr txBox="1">
            <a:spLocks noGrp="1"/>
          </p:cNvSpPr>
          <p:nvPr>
            <p:ph type="subTitle" idx="1"/>
          </p:nvPr>
        </p:nvSpPr>
        <p:spPr>
          <a:xfrm>
            <a:off x="504333" y="2647242"/>
            <a:ext cx="8066400" cy="567900"/>
          </a:xfrm>
          <a:prstGeom prst="rect">
            <a:avLst/>
          </a:prstGeom>
          <a:noFill/>
          <a:ln>
            <a:noFill/>
          </a:ln>
        </p:spPr>
        <p:txBody>
          <a:bodyPr spcFirstLastPara="1" wrap="square" lIns="30475" tIns="15225" rIns="30475" bIns="15225" anchor="t" anchorCtr="0">
            <a:normAutofit fontScale="77500" lnSpcReduction="20000"/>
          </a:bodyPr>
          <a:lstStyle/>
          <a:p>
            <a:pPr marL="0" lvl="0" indent="0" algn="l" rtl="0">
              <a:lnSpc>
                <a:spcPct val="90000"/>
              </a:lnSpc>
              <a:spcBef>
                <a:spcPts val="0"/>
              </a:spcBef>
              <a:spcAft>
                <a:spcPts val="0"/>
              </a:spcAft>
              <a:buClr>
                <a:schemeClr val="lt1"/>
              </a:buClr>
              <a:buSzPct val="100000"/>
              <a:buNone/>
            </a:pPr>
            <a:endParaRPr>
              <a:solidFill>
                <a:schemeClr val="dk1"/>
              </a:solidFill>
            </a:endParaRPr>
          </a:p>
          <a:p>
            <a:pPr marL="0" lvl="0" indent="0" algn="l" rtl="0">
              <a:lnSpc>
                <a:spcPct val="90000"/>
              </a:lnSpc>
              <a:spcBef>
                <a:spcPts val="0"/>
              </a:spcBef>
              <a:spcAft>
                <a:spcPts val="0"/>
              </a:spcAft>
              <a:buClr>
                <a:schemeClr val="lt1"/>
              </a:buClr>
              <a:buSzPct val="100000"/>
              <a:buNone/>
            </a:pPr>
            <a:endParaRPr>
              <a:solidFill>
                <a:schemeClr val="dk1"/>
              </a:solidFill>
            </a:endParaRPr>
          </a:p>
          <a:p>
            <a:pPr marL="0" lvl="0" indent="0" algn="l" rtl="0">
              <a:lnSpc>
                <a:spcPct val="90000"/>
              </a:lnSpc>
              <a:spcBef>
                <a:spcPts val="0"/>
              </a:spcBef>
              <a:spcAft>
                <a:spcPts val="0"/>
              </a:spcAft>
              <a:buClr>
                <a:schemeClr val="lt1"/>
              </a:buClr>
              <a:buSzPct val="100000"/>
              <a:buNone/>
            </a:pPr>
            <a:r>
              <a:rPr lang="en-US">
                <a:solidFill>
                  <a:schemeClr val="dk1"/>
                </a:solidFill>
              </a:rPr>
              <a:t>SKILLSET / EXPERIENCE</a:t>
            </a:r>
            <a:endParaRPr>
              <a:solidFill>
                <a:schemeClr val="dk1"/>
              </a:solidFill>
            </a:endParaRPr>
          </a:p>
          <a:p>
            <a:pPr marL="0" lvl="0" indent="0" algn="l" rtl="0">
              <a:lnSpc>
                <a:spcPct val="90000"/>
              </a:lnSpc>
              <a:spcBef>
                <a:spcPts val="0"/>
              </a:spcBef>
              <a:spcAft>
                <a:spcPts val="0"/>
              </a:spcAft>
              <a:buClr>
                <a:schemeClr val="lt1"/>
              </a:buClr>
              <a:buSzPct val="100000"/>
              <a:buNone/>
            </a:pPr>
            <a:endParaRPr>
              <a:solidFill>
                <a:schemeClr val="dk1"/>
              </a:solidFill>
            </a:endParaRPr>
          </a:p>
        </p:txBody>
      </p:sp>
      <p:pic>
        <p:nvPicPr>
          <p:cNvPr id="499" name="Google Shape;499;g3e23138d502_0_1314"/>
          <p:cNvPicPr preferRelativeResize="0"/>
          <p:nvPr/>
        </p:nvPicPr>
        <p:blipFill>
          <a:blip r:embed="rId3">
            <a:alphaModFix/>
          </a:blip>
          <a:stretch>
            <a:fillRect/>
          </a:stretch>
        </p:blipFill>
        <p:spPr>
          <a:xfrm>
            <a:off x="379026" y="6105425"/>
            <a:ext cx="1980568" cy="567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5" name="Google Shape;505;g3e23138d502_0_1272"/>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506" name="Google Shape;506;g3e23138d502_0_1272"/>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g3e23138d502_0_1272"/>
          <p:cNvSpPr txBox="1"/>
          <p:nvPr/>
        </p:nvSpPr>
        <p:spPr>
          <a:xfrm>
            <a:off x="1006468" y="482849"/>
            <a:ext cx="7034400" cy="7065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endParaRPr sz="1600" b="1">
              <a:solidFill>
                <a:srgbClr val="000000"/>
              </a:solidFill>
            </a:endParaRPr>
          </a:p>
        </p:txBody>
      </p:sp>
      <p:sp>
        <p:nvSpPr>
          <p:cNvPr id="508" name="Google Shape;508;g3e23138d502_0_1272"/>
          <p:cNvSpPr txBox="1"/>
          <p:nvPr/>
        </p:nvSpPr>
        <p:spPr>
          <a:xfrm>
            <a:off x="1186650" y="1323325"/>
            <a:ext cx="9818700" cy="20319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509" name="TextBox 508"/>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Midnight Ciphers — student engineering team</a:t>
            </a:r>
          </a:p>
        </p:txBody>
      </p:sp>
      <p:sp>
        <p:nvSpPr>
          <p:cNvPr id="510" name="TextBox 509"/>
          <p:cNvSpPr txBox="1"/>
          <p:nvPr/>
        </p:nvSpPr>
        <p:spPr>
          <a:xfrm>
            <a:off x="502920" y="1554480"/>
            <a:ext cx="11155680" cy="320040"/>
          </a:xfrm>
          <a:prstGeom prst="rect">
            <a:avLst/>
          </a:prstGeom>
          <a:noFill/>
        </p:spPr>
        <p:txBody>
          <a:bodyPr wrap="square">
            <a:spAutoFit/>
          </a:bodyPr>
          <a:lstStyle/>
          <a:p>
            <a:pPr algn="l"/>
            <a:r>
              <a:rPr sz="1300" b="1" i="0">
                <a:solidFill>
                  <a:srgbClr val="20242B"/>
                </a:solidFill>
                <a:latin typeface="Calibri"/>
              </a:rPr>
              <a:t>Project roles (responsibility split for this build):</a:t>
            </a:r>
          </a:p>
        </p:txBody>
      </p:sp>
      <p:graphicFrame>
        <p:nvGraphicFramePr>
          <p:cNvPr id="511" name="Table 510"/>
          <p:cNvGraphicFramePr>
            <a:graphicFrameLocks noGrp="1"/>
          </p:cNvGraphicFramePr>
          <p:nvPr/>
        </p:nvGraphicFramePr>
        <p:xfrm>
          <a:off x="502920" y="1938528"/>
          <a:ext cx="11155680" cy="228600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571500">
                <a:tc>
                  <a:txBody>
                    <a:bodyPr/>
                    <a:lstStyle/>
                    <a:p>
                      <a:r>
                        <a:rPr sz="1200" b="1">
                          <a:solidFill>
                            <a:srgbClr val="20242B"/>
                          </a:solidFill>
                          <a:latin typeface="Calibri"/>
                        </a:rPr>
                        <a:t>Aayush Deshpande</a:t>
                      </a:r>
                    </a:p>
                  </a:txBody>
                  <a:tcPr anchor="ctr">
                    <a:solidFill>
                      <a:srgbClr val="F2F4F7"/>
                    </a:solidFill>
                  </a:tcPr>
                </a:tc>
                <a:tc>
                  <a:txBody>
                    <a:bodyPr/>
                    <a:lstStyle/>
                    <a:p>
                      <a:r>
                        <a:rPr sz="1200" b="0">
                          <a:solidFill>
                            <a:srgbClr val="20242B"/>
                          </a:solidFill>
                          <a:latin typeface="Calibri"/>
                        </a:rPr>
                        <a:t>Federated orchestration &amp; NeMo / FLARE integration</a:t>
                      </a:r>
                    </a:p>
                  </a:txBody>
                  <a:tcPr anchor="ctr">
                    <a:solidFill>
                      <a:srgbClr val="F2F4F7"/>
                    </a:solidFill>
                  </a:tcPr>
                </a:tc>
                <a:extLst>
                  <a:ext uri="{0D108BD9-81ED-4DB2-BD59-A6C34878D82A}">
                    <a16:rowId xmlns:a16="http://schemas.microsoft.com/office/drawing/2014/main" val="10000"/>
                  </a:ext>
                </a:extLst>
              </a:tr>
              <a:tr h="571500">
                <a:tc>
                  <a:txBody>
                    <a:bodyPr/>
                    <a:lstStyle/>
                    <a:p>
                      <a:r>
                        <a:rPr sz="1200" b="1">
                          <a:solidFill>
                            <a:srgbClr val="20242B"/>
                          </a:solidFill>
                          <a:latin typeface="Calibri"/>
                        </a:rPr>
                        <a:t>Laukik Rathod</a:t>
                      </a:r>
                    </a:p>
                  </a:txBody>
                  <a:tcPr anchor="ctr">
                    <a:solidFill>
                      <a:srgbClr val="FFFFFF"/>
                    </a:solidFill>
                  </a:tcPr>
                </a:tc>
                <a:tc>
                  <a:txBody>
                    <a:bodyPr/>
                    <a:lstStyle/>
                    <a:p>
                      <a:r>
                        <a:rPr sz="1200" b="0">
                          <a:solidFill>
                            <a:srgbClr val="20242B"/>
                          </a:solidFill>
                          <a:latin typeface="Calibri"/>
                        </a:rPr>
                        <a:t>Privacy filters — FedRand, Laplacian DP, RDP accounting</a:t>
                      </a:r>
                    </a:p>
                  </a:txBody>
                  <a:tcPr anchor="ctr">
                    <a:solidFill>
                      <a:srgbClr val="FFFFFF"/>
                    </a:solidFill>
                  </a:tcPr>
                </a:tc>
                <a:extLst>
                  <a:ext uri="{0D108BD9-81ED-4DB2-BD59-A6C34878D82A}">
                    <a16:rowId xmlns:a16="http://schemas.microsoft.com/office/drawing/2014/main" val="10001"/>
                  </a:ext>
                </a:extLst>
              </a:tr>
              <a:tr h="571500">
                <a:tc>
                  <a:txBody>
                    <a:bodyPr/>
                    <a:lstStyle/>
                    <a:p>
                      <a:r>
                        <a:rPr sz="1200" b="1">
                          <a:solidFill>
                            <a:srgbClr val="20242B"/>
                          </a:solidFill>
                          <a:latin typeface="Calibri"/>
                        </a:rPr>
                        <a:t>Harshal Yadav</a:t>
                      </a:r>
                    </a:p>
                  </a:txBody>
                  <a:tcPr anchor="ctr">
                    <a:solidFill>
                      <a:srgbClr val="F2F4F7"/>
                    </a:solidFill>
                  </a:tcPr>
                </a:tc>
                <a:tc>
                  <a:txBody>
                    <a:bodyPr/>
                    <a:lstStyle/>
                    <a:p>
                      <a:r>
                        <a:rPr sz="1200" b="0">
                          <a:solidFill>
                            <a:srgbClr val="20242B"/>
                          </a:solidFill>
                          <a:latin typeface="Calibri"/>
                        </a:rPr>
                        <a:t>Data pipeline, non-IID partitioning &amp; FedPS</a:t>
                      </a:r>
                    </a:p>
                  </a:txBody>
                  <a:tcPr anchor="ctr">
                    <a:solidFill>
                      <a:srgbClr val="F2F4F7"/>
                    </a:solidFill>
                  </a:tcPr>
                </a:tc>
                <a:extLst>
                  <a:ext uri="{0D108BD9-81ED-4DB2-BD59-A6C34878D82A}">
                    <a16:rowId xmlns:a16="http://schemas.microsoft.com/office/drawing/2014/main" val="10002"/>
                  </a:ext>
                </a:extLst>
              </a:tr>
              <a:tr h="571500">
                <a:tc>
                  <a:txBody>
                    <a:bodyPr/>
                    <a:lstStyle/>
                    <a:p>
                      <a:r>
                        <a:rPr sz="1200" b="1">
                          <a:solidFill>
                            <a:srgbClr val="20242B"/>
                          </a:solidFill>
                          <a:latin typeface="Calibri"/>
                        </a:rPr>
                        <a:t>Yash Kalal</a:t>
                      </a:r>
                    </a:p>
                  </a:txBody>
                  <a:tcPr anchor="ctr">
                    <a:solidFill>
                      <a:srgbClr val="FFFFFF"/>
                    </a:solidFill>
                  </a:tcPr>
                </a:tc>
                <a:tc>
                  <a:txBody>
                    <a:bodyPr/>
                    <a:lstStyle/>
                    <a:p>
                      <a:r>
                        <a:rPr sz="1200" b="0">
                          <a:solidFill>
                            <a:srgbClr val="20242B"/>
                          </a:solidFill>
                          <a:latin typeface="Calibri"/>
                        </a:rPr>
                        <a:t>Evaluation (GIA / MIA testing) &amp; telemetry dashboard</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12" name="TextBox 511"/>
          <p:cNvSpPr txBox="1"/>
          <p:nvPr/>
        </p:nvSpPr>
        <p:spPr>
          <a:xfrm>
            <a:off x="502920" y="4434840"/>
            <a:ext cx="11155680" cy="365760"/>
          </a:xfrm>
          <a:prstGeom prst="rect">
            <a:avLst/>
          </a:prstGeom>
          <a:noFill/>
        </p:spPr>
        <p:txBody>
          <a:bodyPr wrap="square">
            <a:spAutoFit/>
          </a:bodyPr>
          <a:lstStyle/>
          <a:p>
            <a:r>
              <a:rPr sz="1200" b="0">
                <a:solidFill>
                  <a:srgbClr val="6B7280"/>
                </a:solidFill>
                <a:latin typeface="Calibri"/>
              </a:rPr>
              <a:t>Areas we work in: machine learning, federated learning, privacy-preserving systems, LLM fine-tuning.</a:t>
            </a:r>
          </a:p>
        </p:txBody>
      </p:sp>
      <p:sp>
        <p:nvSpPr>
          <p:cNvPr id="513" name="Rounded Rectangle 512"/>
          <p:cNvSpPr/>
          <p:nvPr/>
        </p:nvSpPr>
        <p:spPr>
          <a:xfrm>
            <a:off x="502920" y="4928615"/>
            <a:ext cx="1097280" cy="256032"/>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14" name="TextBox 513"/>
          <p:cNvSpPr txBox="1"/>
          <p:nvPr/>
        </p:nvSpPr>
        <p:spPr>
          <a:xfrm>
            <a:off x="1755648" y="4910327"/>
            <a:ext cx="9902952" cy="365760"/>
          </a:xfrm>
          <a:prstGeom prst="rect">
            <a:avLst/>
          </a:prstGeom>
          <a:noFill/>
        </p:spPr>
        <p:txBody>
          <a:bodyPr wrap="square">
            <a:spAutoFit/>
          </a:bodyPr>
          <a:lstStyle/>
          <a:p>
            <a:r>
              <a:rPr sz="1200" b="0">
                <a:solidFill>
                  <a:srgbClr val="20242B"/>
                </a:solidFill>
                <a:latin typeface="Calibri"/>
              </a:rPr>
              <a:t>Planned state: working CPU prototype of the federated pipeline; GPU and NeMo/FLARE integration are next.</a:t>
            </a:r>
          </a:p>
        </p:txBody>
      </p:sp>
      <p:sp>
        <p:nvSpPr>
          <p:cNvPr id="515" name="TextBox 514"/>
          <p:cNvSpPr txBox="1"/>
          <p:nvPr/>
        </p:nvSpPr>
        <p:spPr>
          <a:xfrm>
            <a:off x="502920" y="5385815"/>
            <a:ext cx="11155680" cy="365760"/>
          </a:xfrm>
          <a:prstGeom prst="rect">
            <a:avLst/>
          </a:prstGeom>
          <a:noFill/>
        </p:spPr>
        <p:txBody>
          <a:bodyPr wrap="square">
            <a:spAutoFit/>
          </a:bodyPr>
          <a:lstStyle/>
          <a:p>
            <a:r>
              <a:rPr sz="1200" b="0">
                <a:solidFill>
                  <a:srgbClr val="6B7280"/>
                </a:solidFill>
                <a:latin typeface="Calibri"/>
              </a:rPr>
              <a:t>No prior production deployments, certifications, publications, or awards are claimed.</a:t>
            </a:r>
          </a:p>
        </p:txBody>
      </p:sp>
      <p:sp>
        <p:nvSpPr>
          <p:cNvPr id="516" name="TextBox 515"/>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3e23138d502_0_1321"/>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pPr marL="0" lvl="0" indent="0" algn="l" rtl="0">
              <a:lnSpc>
                <a:spcPct val="90000"/>
              </a:lnSpc>
              <a:spcBef>
                <a:spcPts val="0"/>
              </a:spcBef>
              <a:spcAft>
                <a:spcPts val="0"/>
              </a:spcAft>
              <a:buClr>
                <a:schemeClr val="lt1"/>
              </a:buClr>
              <a:buSzPts val="2900"/>
              <a:buFont typeface="NVIDIA Sans"/>
              <a:buNone/>
            </a:pPr>
            <a:r>
              <a:rPr lang="en-US"/>
              <a:t>AI Use Case</a:t>
            </a:r>
            <a:endParaRPr/>
          </a:p>
        </p:txBody>
      </p:sp>
      <p:sp>
        <p:nvSpPr>
          <p:cNvPr id="515" name="Google Shape;515;g3e23138d502_0_1321"/>
          <p:cNvSpPr txBox="1">
            <a:spLocks noGrp="1"/>
          </p:cNvSpPr>
          <p:nvPr>
            <p:ph type="subTitle" idx="1"/>
          </p:nvPr>
        </p:nvSpPr>
        <p:spPr>
          <a:xfrm>
            <a:off x="504333" y="2647242"/>
            <a:ext cx="8066400" cy="567900"/>
          </a:xfrm>
          <a:prstGeom prst="rect">
            <a:avLst/>
          </a:prstGeom>
          <a:noFill/>
          <a:ln>
            <a:noFill/>
          </a:ln>
        </p:spPr>
        <p:txBody>
          <a:bodyPr spcFirstLastPara="1" wrap="square" lIns="30475" tIns="15225" rIns="30475" bIns="15225" anchor="t" anchorCtr="0">
            <a:normAutofit/>
          </a:bodyPr>
          <a:lstStyle/>
          <a:p>
            <a:pPr marL="0" lvl="0" indent="0" algn="l" rtl="0">
              <a:lnSpc>
                <a:spcPct val="90000"/>
              </a:lnSpc>
              <a:spcBef>
                <a:spcPts val="0"/>
              </a:spcBef>
              <a:spcAft>
                <a:spcPts val="0"/>
              </a:spcAft>
              <a:buClr>
                <a:schemeClr val="lt1"/>
              </a:buClr>
              <a:buSzPts val="1500"/>
              <a:buFont typeface="Arial"/>
              <a:buNone/>
            </a:pPr>
            <a:r>
              <a:rPr lang="en-US">
                <a:solidFill>
                  <a:schemeClr val="dk1"/>
                </a:solidFill>
              </a:rPr>
              <a:t>Expand on your project</a:t>
            </a:r>
            <a:endParaRPr>
              <a:solidFill>
                <a:schemeClr val="dk1"/>
              </a:solidFill>
            </a:endParaRPr>
          </a:p>
        </p:txBody>
      </p:sp>
      <p:pic>
        <p:nvPicPr>
          <p:cNvPr id="516" name="Google Shape;516;g3e23138d502_0_1321"/>
          <p:cNvPicPr preferRelativeResize="0"/>
          <p:nvPr/>
        </p:nvPicPr>
        <p:blipFill>
          <a:blip r:embed="rId3">
            <a:alphaModFix/>
          </a:blip>
          <a:stretch>
            <a:fillRect/>
          </a:stretch>
        </p:blipFill>
        <p:spPr>
          <a:xfrm>
            <a:off x="379026" y="6105425"/>
            <a:ext cx="1980568" cy="56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pic>
        <p:nvPicPr>
          <p:cNvPr id="522" name="Google Shape;522;g3e23138d502_0_1283"/>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523" name="Google Shape;523;g3e23138d502_0_1283"/>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e23138d502_0_1283"/>
          <p:cNvSpPr txBox="1"/>
          <p:nvPr/>
        </p:nvSpPr>
        <p:spPr>
          <a:xfrm>
            <a:off x="1006468" y="482849"/>
            <a:ext cx="7034400" cy="7065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endParaRPr sz="1600" b="1">
              <a:solidFill>
                <a:srgbClr val="000000"/>
              </a:solidFill>
            </a:endParaRPr>
          </a:p>
        </p:txBody>
      </p:sp>
      <p:sp>
        <p:nvSpPr>
          <p:cNvPr id="525" name="Google Shape;525;g3e23138d502_0_1283"/>
          <p:cNvSpPr txBox="1"/>
          <p:nvPr/>
        </p:nvSpPr>
        <p:spPr>
          <a:xfrm>
            <a:off x="1186650" y="1323325"/>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TextBox 525"/>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AI Use Case — Problem &amp; Project</a:t>
            </a:r>
          </a:p>
        </p:txBody>
      </p:sp>
      <p:sp>
        <p:nvSpPr>
          <p:cNvPr id="527" name="TextBox 526"/>
          <p:cNvSpPr txBox="1"/>
          <p:nvPr/>
        </p:nvSpPr>
        <p:spPr>
          <a:xfrm>
            <a:off x="502920" y="1508760"/>
            <a:ext cx="6949440" cy="4206240"/>
          </a:xfrm>
          <a:prstGeom prst="rect">
            <a:avLst/>
          </a:prstGeom>
          <a:noFill/>
        </p:spPr>
        <p:txBody>
          <a:bodyPr wrap="square">
            <a:spAutoFit/>
          </a:bodyPr>
          <a:lstStyle/>
          <a:p>
            <a:pPr>
              <a:spcAft>
                <a:spcPts val="700"/>
              </a:spcAft>
            </a:pPr>
            <a:r>
              <a:rPr sz="1300" b="1">
                <a:solidFill>
                  <a:srgbClr val="20242B"/>
                </a:solidFill>
                <a:latin typeface="Calibri"/>
              </a:rPr>
              <a:t>Title: FedNeMo — Communication-Efficient, Privacy-Preserving Federated Fine-Tuning of Nemotron LLMs.</a:t>
            </a:r>
          </a:p>
          <a:p>
            <a:pPr>
              <a:spcAft>
                <a:spcPts val="700"/>
              </a:spcAft>
            </a:pPr>
            <a:r>
              <a:rPr sz="1250" b="0">
                <a:solidFill>
                  <a:srgbClr val="20242B"/>
                </a:solidFill>
                <a:latin typeface="Calibri"/>
              </a:rPr>
              <a:t>What it does: multiple hospitals jointly fine-tune one Nemotron model without raw patient data leaving their firewalls — only LoRA weight deltas (fragmented, noised, compressed) are exchanged.</a:t>
            </a:r>
          </a:p>
          <a:p>
            <a:pPr>
              <a:spcAft>
                <a:spcPts val="700"/>
              </a:spcAft>
            </a:pPr>
            <a:r>
              <a:rPr sz="1250" b="0">
                <a:solidFill>
                  <a:srgbClr val="20242B"/>
                </a:solidFill>
                <a:latin typeface="Calibri"/>
              </a:rPr>
              <a:t>Motivation: clinical LLMs need diverse data, yet data cannot be centralized under the DPDP Act 2023, and naive federation either leaks data or destroys accuracy — the trilemma at right.</a:t>
            </a:r>
          </a:p>
          <a:p>
            <a:pPr>
              <a:spcAft>
                <a:spcPts val="700"/>
              </a:spcAft>
            </a:pPr>
            <a:r>
              <a:rPr sz="1250" b="0">
                <a:solidFill>
                  <a:srgbClr val="20242B"/>
                </a:solidFill>
                <a:latin typeface="Calibri"/>
              </a:rPr>
              <a:t>India context: records digitize rapidly under ABDM while staying siloed; DPDP non-compliance carries significant penalties.</a:t>
            </a:r>
          </a:p>
        </p:txBody>
      </p:sp>
      <p:sp>
        <p:nvSpPr>
          <p:cNvPr id="528" name="Rounded Rectangle 527"/>
          <p:cNvSpPr/>
          <p:nvPr/>
        </p:nvSpPr>
        <p:spPr>
          <a:xfrm>
            <a:off x="8732520" y="1783080"/>
            <a:ext cx="1600200" cy="566928"/>
          </a:xfrm>
          <a:prstGeom prst="roundRect">
            <a:avLst/>
          </a:prstGeom>
          <a:solidFill>
            <a:srgbClr val="F2F4F7"/>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900" b="1">
                <a:solidFill>
                  <a:srgbClr val="20242B"/>
                </a:solidFill>
                <a:latin typeface="Calibri"/>
              </a:rPr>
              <a:t>Model quality</a:t>
            </a:r>
          </a:p>
          <a:p>
            <a:pPr algn="ctr"/>
            <a:r>
              <a:rPr sz="900" b="0">
                <a:solidFill>
                  <a:srgbClr val="20242B"/>
                </a:solidFill>
                <a:latin typeface="Calibri"/>
              </a:rPr>
              <a:t>(needs diverse data)</a:t>
            </a:r>
          </a:p>
        </p:txBody>
      </p:sp>
      <p:sp>
        <p:nvSpPr>
          <p:cNvPr id="529" name="Rounded Rectangle 528"/>
          <p:cNvSpPr/>
          <p:nvPr/>
        </p:nvSpPr>
        <p:spPr>
          <a:xfrm>
            <a:off x="7818120" y="3337560"/>
            <a:ext cx="1645920" cy="585216"/>
          </a:xfrm>
          <a:prstGeom prst="roundRect">
            <a:avLst/>
          </a:prstGeom>
          <a:solidFill>
            <a:srgbClr val="F2F4F7"/>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900" b="1">
                <a:solidFill>
                  <a:srgbClr val="20242B"/>
                </a:solidFill>
                <a:latin typeface="Calibri"/>
              </a:rPr>
              <a:t>Data privacy</a:t>
            </a:r>
          </a:p>
          <a:p>
            <a:pPr algn="ctr"/>
            <a:r>
              <a:rPr sz="900" b="0">
                <a:solidFill>
                  <a:srgbClr val="20242B"/>
                </a:solidFill>
                <a:latin typeface="Calibri"/>
              </a:rPr>
              <a:t>(cannot share)</a:t>
            </a:r>
          </a:p>
        </p:txBody>
      </p:sp>
      <p:sp>
        <p:nvSpPr>
          <p:cNvPr id="530" name="Rounded Rectangle 529"/>
          <p:cNvSpPr/>
          <p:nvPr/>
        </p:nvSpPr>
        <p:spPr>
          <a:xfrm>
            <a:off x="10012680" y="3337560"/>
            <a:ext cx="1645920" cy="585216"/>
          </a:xfrm>
          <a:prstGeom prst="roundRect">
            <a:avLst/>
          </a:prstGeom>
          <a:solidFill>
            <a:srgbClr val="F2F4F7"/>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900" b="1">
                <a:solidFill>
                  <a:srgbClr val="20242B"/>
                </a:solidFill>
                <a:latin typeface="Calibri"/>
              </a:rPr>
              <a:t>Communication</a:t>
            </a:r>
          </a:p>
          <a:p>
            <a:pPr algn="ctr"/>
            <a:r>
              <a:rPr sz="900" b="0">
                <a:solidFill>
                  <a:srgbClr val="20242B"/>
                </a:solidFill>
                <a:latin typeface="Calibri"/>
              </a:rPr>
              <a:t>efficiency</a:t>
            </a:r>
          </a:p>
        </p:txBody>
      </p:sp>
      <p:cxnSp>
        <p:nvCxnSpPr>
          <p:cNvPr id="531" name="Connector 530"/>
          <p:cNvCxnSpPr/>
          <p:nvPr/>
        </p:nvCxnSpPr>
        <p:spPr>
          <a:xfrm flipH="1">
            <a:off x="8686800" y="2350008"/>
            <a:ext cx="411480" cy="987552"/>
          </a:xfrm>
          <a:prstGeom prst="line">
            <a:avLst/>
          </a:prstGeom>
          <a:ln w="158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10012680" y="2350008"/>
            <a:ext cx="502920" cy="987552"/>
          </a:xfrm>
          <a:prstGeom prst="line">
            <a:avLst/>
          </a:prstGeom>
          <a:ln w="158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9464040" y="3931920"/>
            <a:ext cx="548640" cy="0"/>
          </a:xfrm>
          <a:prstGeom prst="line">
            <a:avLst/>
          </a:prstGeom>
          <a:ln w="158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4" name="TextBox 533"/>
          <p:cNvSpPr txBox="1"/>
          <p:nvPr/>
        </p:nvSpPr>
        <p:spPr>
          <a:xfrm>
            <a:off x="7818120" y="4160520"/>
            <a:ext cx="3840480" cy="365760"/>
          </a:xfrm>
          <a:prstGeom prst="rect">
            <a:avLst/>
          </a:prstGeom>
          <a:noFill/>
        </p:spPr>
        <p:txBody>
          <a:bodyPr wrap="square">
            <a:spAutoFit/>
          </a:bodyPr>
          <a:lstStyle/>
          <a:p>
            <a:pPr algn="ctr"/>
            <a:r>
              <a:rPr sz="1000" b="1" i="0">
                <a:solidFill>
                  <a:srgbClr val="0B3D91"/>
                </a:solidFill>
                <a:latin typeface="Calibri"/>
              </a:rPr>
              <a:t>FedNeMo resolves all three.</a:t>
            </a:r>
          </a:p>
        </p:txBody>
      </p:sp>
      <p:sp>
        <p:nvSpPr>
          <p:cNvPr id="535" name="Rounded Rectangle 534"/>
          <p:cNvSpPr/>
          <p:nvPr/>
        </p:nvSpPr>
        <p:spPr>
          <a:xfrm>
            <a:off x="9966960" y="5897880"/>
            <a:ext cx="1828800" cy="502920"/>
          </a:xfrm>
          <a:prstGeom prst="roundRect">
            <a:avLst/>
          </a:prstGeom>
          <a:solidFill>
            <a:srgbClr val="0B3D91"/>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500" b="1">
                <a:solidFill>
                  <a:srgbClr val="FFFFFF"/>
                </a:solidFill>
                <a:latin typeface="Calibri"/>
              </a:rPr>
              <a:t>TRACK: B</a:t>
            </a:r>
          </a:p>
        </p:txBody>
      </p:sp>
      <p:sp>
        <p:nvSpPr>
          <p:cNvPr id="536" name="TextBox 535"/>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 name="Google Shape;522;g3e23138d502_0_1283"/>
          <p:cNvPicPr preferRelativeResize="0"/>
          <p:nvPr/>
        </p:nvPicPr>
        <p:blipFill>
          <a:blip r:embed="rId2">
            <a:alphaModFix/>
          </a:blip>
          <a:stretch>
            <a:fillRect/>
          </a:stretch>
        </p:blipFill>
        <p:spPr>
          <a:xfrm>
            <a:off x="379026" y="6105425"/>
            <a:ext cx="1980568" cy="567900"/>
          </a:xfrm>
          <a:prstGeom prst="rect">
            <a:avLst/>
          </a:prstGeom>
          <a:noFill/>
          <a:ln>
            <a:noFill/>
          </a:ln>
        </p:spPr>
      </p:pic>
      <p:sp>
        <p:nvSpPr>
          <p:cNvPr id="523" name="Google Shape;523;g3e23138d502_0_1283"/>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e23138d502_0_1283"/>
          <p:cNvSpPr txBox="1"/>
          <p:nvPr/>
        </p:nvSpPr>
        <p:spPr>
          <a:xfrm>
            <a:off x="1006468" y="482849"/>
            <a:ext cx="7034400" cy="7065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endParaRPr sz="1600" b="1">
              <a:solidFill>
                <a:srgbClr val="000000"/>
              </a:solidFill>
            </a:endParaRPr>
          </a:p>
        </p:txBody>
      </p:sp>
      <p:sp>
        <p:nvSpPr>
          <p:cNvPr id="525" name="Google Shape;525;g3e23138d502_0_1283"/>
          <p:cNvSpPr txBox="1"/>
          <p:nvPr/>
        </p:nvSpPr>
        <p:spPr>
          <a:xfrm>
            <a:off x="1186650" y="1323325"/>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TextBox 525"/>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AI Use Case — Architecture &amp; Methodology</a:t>
            </a:r>
          </a:p>
        </p:txBody>
      </p:sp>
      <p:sp>
        <p:nvSpPr>
          <p:cNvPr id="527" name="TextBox 526"/>
          <p:cNvSpPr txBox="1"/>
          <p:nvPr/>
        </p:nvSpPr>
        <p:spPr>
          <a:xfrm>
            <a:off x="502920" y="1417320"/>
            <a:ext cx="11155680" cy="320040"/>
          </a:xfrm>
          <a:prstGeom prst="rect">
            <a:avLst/>
          </a:prstGeom>
          <a:noFill/>
        </p:spPr>
        <p:txBody>
          <a:bodyPr wrap="square">
            <a:spAutoFit/>
          </a:bodyPr>
          <a:lstStyle/>
          <a:p>
            <a:pPr algn="l"/>
            <a:r>
              <a:rPr sz="1100" b="0" i="0">
                <a:solidFill>
                  <a:srgbClr val="20242B"/>
                </a:solidFill>
                <a:latin typeface="Calibri"/>
              </a:rPr>
              <a:t>Keystone: one immutable Update contract; every defense is a pure Update → Update filter, fixed order FedRand → DP → Quant.</a:t>
            </a:r>
          </a:p>
        </p:txBody>
      </p:sp>
      <p:sp>
        <p:nvSpPr>
          <p:cNvPr id="528" name="TextBox 527"/>
          <p:cNvSpPr txBox="1"/>
          <p:nvPr/>
        </p:nvSpPr>
        <p:spPr>
          <a:xfrm>
            <a:off x="640080" y="1828800"/>
            <a:ext cx="10881360" cy="274320"/>
          </a:xfrm>
          <a:prstGeom prst="rect">
            <a:avLst/>
          </a:prstGeom>
          <a:noFill/>
        </p:spPr>
        <p:txBody>
          <a:bodyPr wrap="square">
            <a:spAutoFit/>
          </a:bodyPr>
          <a:lstStyle/>
          <a:p>
            <a:pPr algn="l"/>
            <a:r>
              <a:rPr sz="1100" b="1" i="0">
                <a:solidFill>
                  <a:srgbClr val="20242B"/>
                </a:solidFill>
                <a:latin typeface="Calibri"/>
              </a:rPr>
              <a:t>Hospital client   ( × N hospitals )</a:t>
            </a:r>
          </a:p>
        </p:txBody>
      </p:sp>
      <p:cxnSp>
        <p:nvCxnSpPr>
          <p:cNvPr id="529" name="Connector 528"/>
          <p:cNvCxnSpPr/>
          <p:nvPr/>
        </p:nvCxnSpPr>
        <p:spPr>
          <a:xfrm>
            <a:off x="566928" y="2148840"/>
            <a:ext cx="0" cy="777240"/>
          </a:xfrm>
          <a:prstGeom prst="line">
            <a:avLst/>
          </a:prstGeom>
          <a:ln w="19050">
            <a:solidFill>
              <a:srgbClr val="C62828"/>
            </a:solidFill>
            <a:prstDash val="dash"/>
          </a:ln>
        </p:spPr>
        <p:style>
          <a:lnRef idx="2">
            <a:schemeClr val="accent1"/>
          </a:lnRef>
          <a:fillRef idx="0">
            <a:schemeClr val="accent1"/>
          </a:fillRef>
          <a:effectRef idx="1">
            <a:schemeClr val="accent1"/>
          </a:effectRef>
          <a:fontRef idx="minor">
            <a:schemeClr val="tx1"/>
          </a:fontRef>
        </p:style>
      </p:cxnSp>
      <p:sp>
        <p:nvSpPr>
          <p:cNvPr id="530" name="TextBox 529"/>
          <p:cNvSpPr txBox="1"/>
          <p:nvPr/>
        </p:nvSpPr>
        <p:spPr>
          <a:xfrm>
            <a:off x="182880" y="2907792"/>
            <a:ext cx="1097280" cy="274320"/>
          </a:xfrm>
          <a:prstGeom prst="rect">
            <a:avLst/>
          </a:prstGeom>
          <a:noFill/>
        </p:spPr>
        <p:txBody>
          <a:bodyPr wrap="square">
            <a:spAutoFit/>
          </a:bodyPr>
          <a:lstStyle/>
          <a:p>
            <a:pPr algn="l"/>
            <a:r>
              <a:rPr sz="800" b="0" i="1">
                <a:solidFill>
                  <a:srgbClr val="C62828"/>
                </a:solidFill>
                <a:latin typeface="Calibri"/>
              </a:rPr>
              <a:t>firewall</a:t>
            </a:r>
          </a:p>
        </p:txBody>
      </p:sp>
      <p:sp>
        <p:nvSpPr>
          <p:cNvPr id="531" name="Rounded Rectangle 530"/>
          <p:cNvSpPr/>
          <p:nvPr/>
        </p:nvSpPr>
        <p:spPr>
          <a:xfrm>
            <a:off x="731520" y="2148840"/>
            <a:ext cx="1828800" cy="777240"/>
          </a:xfrm>
          <a:prstGeom prst="roundRect">
            <a:avLst/>
          </a:prstGeom>
          <a:solidFill>
            <a:srgbClr val="F2F4F7"/>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Local</a:t>
            </a:r>
          </a:p>
          <a:p>
            <a:pPr algn="ctr"/>
            <a:r>
              <a:rPr sz="1000" b="0">
                <a:solidFill>
                  <a:srgbClr val="20242B"/>
                </a:solidFill>
                <a:latin typeface="Calibri"/>
              </a:rPr>
              <a:t>data</a:t>
            </a:r>
          </a:p>
        </p:txBody>
      </p:sp>
      <p:cxnSp>
        <p:nvCxnSpPr>
          <p:cNvPr id="532" name="Connector 531"/>
          <p:cNvCxnSpPr/>
          <p:nvPr/>
        </p:nvCxnSpPr>
        <p:spPr>
          <a:xfrm>
            <a:off x="2560320" y="2537460"/>
            <a:ext cx="292607" cy="0"/>
          </a:xfrm>
          <a:prstGeom prst="line">
            <a:avLst/>
          </a:prstGeom>
          <a:ln w="1651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3" name="Rounded Rectangle 532"/>
          <p:cNvSpPr/>
          <p:nvPr/>
        </p:nvSpPr>
        <p:spPr>
          <a:xfrm>
            <a:off x="2852928" y="2148840"/>
            <a:ext cx="1828800" cy="777240"/>
          </a:xfrm>
          <a:prstGeom prst="roundRect">
            <a:avLst/>
          </a:prstGeom>
          <a:solidFill>
            <a:srgbClr val="F2F4F7"/>
          </a:solidFill>
          <a:ln w="22225">
            <a:solidFill>
              <a:srgbClr val="0B3D91"/>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Local LoRA</a:t>
            </a:r>
          </a:p>
          <a:p>
            <a:pPr algn="ctr"/>
            <a:r>
              <a:rPr sz="1000" b="0">
                <a:solidFill>
                  <a:srgbClr val="20242B"/>
                </a:solidFill>
                <a:latin typeface="Calibri"/>
              </a:rPr>
              <a:t>fine-tune</a:t>
            </a:r>
          </a:p>
        </p:txBody>
      </p:sp>
      <p:cxnSp>
        <p:nvCxnSpPr>
          <p:cNvPr id="534" name="Connector 533"/>
          <p:cNvCxnSpPr/>
          <p:nvPr/>
        </p:nvCxnSpPr>
        <p:spPr>
          <a:xfrm>
            <a:off x="4681728" y="2537460"/>
            <a:ext cx="292608" cy="0"/>
          </a:xfrm>
          <a:prstGeom prst="line">
            <a:avLst/>
          </a:prstGeom>
          <a:ln w="1651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5" name="Rounded Rectangle 534"/>
          <p:cNvSpPr/>
          <p:nvPr/>
        </p:nvSpPr>
        <p:spPr>
          <a:xfrm>
            <a:off x="4974336" y="2148840"/>
            <a:ext cx="1828800" cy="77724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FedRand</a:t>
            </a:r>
          </a:p>
        </p:txBody>
      </p:sp>
      <p:cxnSp>
        <p:nvCxnSpPr>
          <p:cNvPr id="536" name="Connector 535"/>
          <p:cNvCxnSpPr/>
          <p:nvPr/>
        </p:nvCxnSpPr>
        <p:spPr>
          <a:xfrm>
            <a:off x="6803136" y="2537460"/>
            <a:ext cx="292608" cy="0"/>
          </a:xfrm>
          <a:prstGeom prst="line">
            <a:avLst/>
          </a:prstGeom>
          <a:ln w="1651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7" name="Rounded Rectangle 536"/>
          <p:cNvSpPr/>
          <p:nvPr/>
        </p:nvSpPr>
        <p:spPr>
          <a:xfrm>
            <a:off x="7095744" y="2148840"/>
            <a:ext cx="1828800" cy="77724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Laplacian</a:t>
            </a:r>
          </a:p>
          <a:p>
            <a:pPr algn="ctr"/>
            <a:r>
              <a:rPr sz="1000" b="0">
                <a:solidFill>
                  <a:srgbClr val="20242B"/>
                </a:solidFill>
                <a:latin typeface="Calibri"/>
              </a:rPr>
              <a:t>DP</a:t>
            </a:r>
          </a:p>
        </p:txBody>
      </p:sp>
      <p:cxnSp>
        <p:nvCxnSpPr>
          <p:cNvPr id="538" name="Connector 537"/>
          <p:cNvCxnSpPr/>
          <p:nvPr/>
        </p:nvCxnSpPr>
        <p:spPr>
          <a:xfrm>
            <a:off x="8924544" y="2537460"/>
            <a:ext cx="292608" cy="0"/>
          </a:xfrm>
          <a:prstGeom prst="line">
            <a:avLst/>
          </a:prstGeom>
          <a:ln w="1651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9" name="Rounded Rectangle 538"/>
          <p:cNvSpPr/>
          <p:nvPr/>
        </p:nvSpPr>
        <p:spPr>
          <a:xfrm>
            <a:off x="9217152" y="2148840"/>
            <a:ext cx="1828800" cy="77724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Adaptive</a:t>
            </a:r>
          </a:p>
          <a:p>
            <a:pPr algn="ctr"/>
            <a:r>
              <a:rPr sz="1000" b="0">
                <a:solidFill>
                  <a:srgbClr val="20242B"/>
                </a:solidFill>
                <a:latin typeface="Calibri"/>
              </a:rPr>
              <a:t>Quant</a:t>
            </a:r>
          </a:p>
        </p:txBody>
      </p:sp>
      <p:sp>
        <p:nvSpPr>
          <p:cNvPr id="540" name="Rounded Rectangle 539"/>
          <p:cNvSpPr/>
          <p:nvPr/>
        </p:nvSpPr>
        <p:spPr>
          <a:xfrm>
            <a:off x="3383280" y="4160520"/>
            <a:ext cx="4572000" cy="914400"/>
          </a:xfrm>
          <a:prstGeom prst="roundRect">
            <a:avLst/>
          </a:prstGeom>
          <a:solidFill>
            <a:srgbClr val="F2F4F7"/>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100" b="1">
                <a:solidFill>
                  <a:srgbClr val="20242B"/>
                </a:solidFill>
                <a:latin typeface="Calibri"/>
              </a:rPr>
              <a:t>FedNeMo Orchestrator</a:t>
            </a:r>
          </a:p>
          <a:p>
            <a:pPr algn="ctr"/>
            <a:r>
              <a:rPr sz="1100" b="0">
                <a:solidFill>
                  <a:srgbClr val="20242B"/>
                </a:solidFill>
                <a:latin typeface="Calibri"/>
              </a:rPr>
              <a:t>Weighted FedAvg  •  RDP Privacy Accountant</a:t>
            </a:r>
          </a:p>
        </p:txBody>
      </p:sp>
      <p:cxnSp>
        <p:nvCxnSpPr>
          <p:cNvPr id="541" name="Connector 540"/>
          <p:cNvCxnSpPr/>
          <p:nvPr/>
        </p:nvCxnSpPr>
        <p:spPr>
          <a:xfrm flipH="1">
            <a:off x="7955279" y="2926080"/>
            <a:ext cx="1188721" cy="123444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2" name="TextBox 541"/>
          <p:cNvSpPr txBox="1"/>
          <p:nvPr/>
        </p:nvSpPr>
        <p:spPr>
          <a:xfrm>
            <a:off x="8138160" y="3154680"/>
            <a:ext cx="3108960" cy="274320"/>
          </a:xfrm>
          <a:prstGeom prst="rect">
            <a:avLst/>
          </a:prstGeom>
          <a:noFill/>
        </p:spPr>
        <p:txBody>
          <a:bodyPr wrap="square">
            <a:spAutoFit/>
          </a:bodyPr>
          <a:lstStyle/>
          <a:p>
            <a:pPr algn="l"/>
            <a:r>
              <a:rPr sz="900" b="0" i="0">
                <a:solidFill>
                  <a:srgbClr val="6B7280"/>
                </a:solidFill>
                <a:latin typeface="Calibri"/>
              </a:rPr>
              <a:t>Update (delta + meta)</a:t>
            </a:r>
          </a:p>
        </p:txBody>
      </p:sp>
      <p:cxnSp>
        <p:nvCxnSpPr>
          <p:cNvPr id="543" name="Connector 542"/>
          <p:cNvCxnSpPr/>
          <p:nvPr/>
        </p:nvCxnSpPr>
        <p:spPr>
          <a:xfrm flipH="1" flipV="1">
            <a:off x="1828800" y="2926080"/>
            <a:ext cx="1554480" cy="1371600"/>
          </a:xfrm>
          <a:prstGeom prst="line">
            <a:avLst/>
          </a:prstGeom>
          <a:ln w="19050">
            <a:solidFill>
              <a:srgbClr val="1565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365760" y="3200400"/>
            <a:ext cx="2743200" cy="274320"/>
          </a:xfrm>
          <a:prstGeom prst="rect">
            <a:avLst/>
          </a:prstGeom>
          <a:noFill/>
        </p:spPr>
        <p:txBody>
          <a:bodyPr wrap="square">
            <a:spAutoFit/>
          </a:bodyPr>
          <a:lstStyle/>
          <a:p>
            <a:pPr algn="l"/>
            <a:r>
              <a:rPr sz="900" b="0" i="0">
                <a:solidFill>
                  <a:srgbClr val="1565C0"/>
                </a:solidFill>
                <a:latin typeface="Calibri"/>
              </a:rPr>
              <a:t>global LoRA broadcast</a:t>
            </a:r>
          </a:p>
        </p:txBody>
      </p:sp>
      <p:sp>
        <p:nvSpPr>
          <p:cNvPr id="545" name="Rounded Rectangle 544"/>
          <p:cNvSpPr/>
          <p:nvPr/>
        </p:nvSpPr>
        <p:spPr>
          <a:xfrm>
            <a:off x="8595360" y="4206240"/>
            <a:ext cx="1463040" cy="411480"/>
          </a:xfrm>
          <a:prstGeom prst="roundRect">
            <a:avLst/>
          </a:prstGeom>
          <a:solidFill>
            <a:srgbClr val="FFFFFF"/>
          </a:solidFill>
          <a:ln w="22225">
            <a:solidFill>
              <a:srgbClr val="ED6C02"/>
            </a:solidFill>
            <a:prstDash val="dash"/>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950" b="1">
                <a:solidFill>
                  <a:srgbClr val="20242B"/>
                </a:solidFill>
                <a:latin typeface="Calibri"/>
              </a:rPr>
              <a:t>FedPS</a:t>
            </a:r>
          </a:p>
        </p:txBody>
      </p:sp>
      <p:sp>
        <p:nvSpPr>
          <p:cNvPr id="546" name="Rounded Rectangle 545"/>
          <p:cNvSpPr/>
          <p:nvPr/>
        </p:nvSpPr>
        <p:spPr>
          <a:xfrm>
            <a:off x="8595360" y="4709160"/>
            <a:ext cx="1463040" cy="411480"/>
          </a:xfrm>
          <a:prstGeom prst="roundRect">
            <a:avLst/>
          </a:prstGeom>
          <a:solidFill>
            <a:srgbClr val="FFFFFF"/>
          </a:solidFill>
          <a:ln w="22225">
            <a:solidFill>
              <a:srgbClr val="ED6C02"/>
            </a:solidFill>
            <a:prstDash val="dash"/>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900" b="1">
                <a:solidFill>
                  <a:srgbClr val="20242B"/>
                </a:solidFill>
                <a:latin typeface="Calibri"/>
              </a:rPr>
              <a:t>MTAE+OCSVM</a:t>
            </a:r>
          </a:p>
        </p:txBody>
      </p:sp>
      <p:sp>
        <p:nvSpPr>
          <p:cNvPr id="547" name="TextBox 546"/>
          <p:cNvSpPr txBox="1"/>
          <p:nvPr/>
        </p:nvSpPr>
        <p:spPr>
          <a:xfrm>
            <a:off x="10149840" y="4343400"/>
            <a:ext cx="1737360" cy="640080"/>
          </a:xfrm>
          <a:prstGeom prst="rect">
            <a:avLst/>
          </a:prstGeom>
          <a:noFill/>
        </p:spPr>
        <p:txBody>
          <a:bodyPr wrap="square">
            <a:spAutoFit/>
          </a:bodyPr>
          <a:lstStyle/>
          <a:p>
            <a:pPr algn="l"/>
            <a:r>
              <a:rPr sz="850" b="0" i="1">
                <a:solidFill>
                  <a:srgbClr val="ED6C02"/>
                </a:solidFill>
                <a:latin typeface="Calibri"/>
              </a:rPr>
              <a:t>planned
(designed,
not built)</a:t>
            </a:r>
          </a:p>
        </p:txBody>
      </p:sp>
      <p:sp>
        <p:nvSpPr>
          <p:cNvPr id="548" name="TextBox 547"/>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 name="Google Shape;522;g3e23138d502_0_1283"/>
          <p:cNvPicPr preferRelativeResize="0"/>
          <p:nvPr/>
        </p:nvPicPr>
        <p:blipFill>
          <a:blip r:embed="rId2">
            <a:alphaModFix/>
          </a:blip>
          <a:stretch>
            <a:fillRect/>
          </a:stretch>
        </p:blipFill>
        <p:spPr>
          <a:xfrm>
            <a:off x="379026" y="6105425"/>
            <a:ext cx="1980568" cy="567900"/>
          </a:xfrm>
          <a:prstGeom prst="rect">
            <a:avLst/>
          </a:prstGeom>
          <a:noFill/>
          <a:ln>
            <a:noFill/>
          </a:ln>
        </p:spPr>
      </p:pic>
      <p:sp>
        <p:nvSpPr>
          <p:cNvPr id="523" name="Google Shape;523;g3e23138d502_0_1283"/>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e23138d502_0_1283"/>
          <p:cNvSpPr txBox="1"/>
          <p:nvPr/>
        </p:nvSpPr>
        <p:spPr>
          <a:xfrm>
            <a:off x="1006468" y="482849"/>
            <a:ext cx="7034400" cy="7065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endParaRPr sz="1600" b="1">
              <a:solidFill>
                <a:srgbClr val="000000"/>
              </a:solidFill>
            </a:endParaRPr>
          </a:p>
        </p:txBody>
      </p:sp>
      <p:sp>
        <p:nvSpPr>
          <p:cNvPr id="525" name="Google Shape;525;g3e23138d502_0_1283"/>
          <p:cNvSpPr txBox="1"/>
          <p:nvPr/>
        </p:nvSpPr>
        <p:spPr>
          <a:xfrm>
            <a:off x="1221698" y="1325880"/>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TextBox 525"/>
          <p:cNvSpPr txBox="1"/>
          <p:nvPr/>
        </p:nvSpPr>
        <p:spPr>
          <a:xfrm>
            <a:off x="502920" y="850392"/>
            <a:ext cx="11155680" cy="548640"/>
          </a:xfrm>
          <a:prstGeom prst="rect">
            <a:avLst/>
          </a:prstGeom>
          <a:noFill/>
        </p:spPr>
        <p:txBody>
          <a:bodyPr wrap="square">
            <a:spAutoFit/>
          </a:bodyPr>
          <a:lstStyle/>
          <a:p>
            <a:r>
              <a:rPr sz="2000" b="1">
                <a:solidFill>
                  <a:srgbClr val="20242B"/>
                </a:solidFill>
                <a:latin typeface="Calibri"/>
              </a:rPr>
              <a:t>AI Use Case — Privacy Evidence</a:t>
            </a:r>
          </a:p>
        </p:txBody>
      </p:sp>
      <p:sp>
        <p:nvSpPr>
          <p:cNvPr id="527" name="Rounded Rectangle 526"/>
          <p:cNvSpPr/>
          <p:nvPr/>
        </p:nvSpPr>
        <p:spPr>
          <a:xfrm>
            <a:off x="640080" y="1600200"/>
            <a:ext cx="5212080" cy="2971800"/>
          </a:xfrm>
          <a:prstGeom prst="roundRect">
            <a:avLst/>
          </a:prstGeom>
          <a:solidFill>
            <a:srgbClr val="F2F4F7"/>
          </a:solidFill>
          <a:ln w="22225">
            <a:solidFill>
              <a:srgbClr val="6B7280"/>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endParaRPr/>
          </a:p>
        </p:txBody>
      </p:sp>
      <p:sp>
        <p:nvSpPr>
          <p:cNvPr id="528" name="TextBox 527"/>
          <p:cNvSpPr txBox="1"/>
          <p:nvPr/>
        </p:nvSpPr>
        <p:spPr>
          <a:xfrm>
            <a:off x="731520" y="1664208"/>
            <a:ext cx="5029200" cy="320040"/>
          </a:xfrm>
          <a:prstGeom prst="rect">
            <a:avLst/>
          </a:prstGeom>
          <a:noFill/>
        </p:spPr>
        <p:txBody>
          <a:bodyPr wrap="square">
            <a:spAutoFit/>
          </a:bodyPr>
          <a:lstStyle/>
          <a:p>
            <a:pPr algn="ctr"/>
            <a:r>
              <a:rPr sz="1300" b="1" i="0">
                <a:solidFill>
                  <a:srgbClr val="C62828"/>
                </a:solidFill>
                <a:latin typeface="Calibri"/>
              </a:rPr>
              <a:t>Unprotected update</a:t>
            </a:r>
          </a:p>
        </p:txBody>
      </p:sp>
      <p:sp>
        <p:nvSpPr>
          <p:cNvPr id="529" name="Rounded Rectangle 528"/>
          <p:cNvSpPr/>
          <p:nvPr/>
        </p:nvSpPr>
        <p:spPr>
          <a:xfrm>
            <a:off x="1051560" y="2194560"/>
            <a:ext cx="4389120" cy="502920"/>
          </a:xfrm>
          <a:prstGeom prst="roundRect">
            <a:avLst/>
          </a:prstGeom>
          <a:solidFill>
            <a:srgbClr val="FFFFFF"/>
          </a:solidFill>
          <a:ln w="22225">
            <a:solidFill>
              <a:srgbClr val="6B7280"/>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Full LoRA  A + B  transmitted</a:t>
            </a:r>
          </a:p>
        </p:txBody>
      </p:sp>
      <p:cxnSp>
        <p:nvCxnSpPr>
          <p:cNvPr id="530" name="Connector 529"/>
          <p:cNvCxnSpPr/>
          <p:nvPr/>
        </p:nvCxnSpPr>
        <p:spPr>
          <a:xfrm>
            <a:off x="3246120" y="2697480"/>
            <a:ext cx="0" cy="36576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1" name="Rounded Rectangle 530"/>
          <p:cNvSpPr/>
          <p:nvPr/>
        </p:nvSpPr>
        <p:spPr>
          <a:xfrm>
            <a:off x="1051560" y="3108960"/>
            <a:ext cx="4389120" cy="1051560"/>
          </a:xfrm>
          <a:prstGeom prst="roundRect">
            <a:avLst/>
          </a:prstGeom>
          <a:solidFill>
            <a:srgbClr val="FFFFFF"/>
          </a:solidFill>
          <a:ln w="22225">
            <a:solidFill>
              <a:srgbClr val="C62828"/>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C62828"/>
                </a:solidFill>
                <a:latin typeface="Calibri"/>
              </a:rPr>
              <a:t>Age 58 F  ·  T2DM  ·  Metformin</a:t>
            </a:r>
          </a:p>
          <a:p>
            <a:pPr algn="ctr"/>
            <a:r>
              <a:rPr sz="1000" b="0">
                <a:solidFill>
                  <a:srgbClr val="C62828"/>
                </a:solidFill>
                <a:latin typeface="Calibri"/>
              </a:rPr>
              <a:t>HbA1c 7.1  ·  “morning hyperglycemia”</a:t>
            </a:r>
          </a:p>
          <a:p>
            <a:pPr algn="ctr"/>
            <a:r>
              <a:rPr sz="1000" b="0">
                <a:solidFill>
                  <a:srgbClr val="C62828"/>
                </a:solidFill>
                <a:latin typeface="Calibri"/>
              </a:rPr>
              <a:t>→ record reconstructed (legible)</a:t>
            </a:r>
          </a:p>
        </p:txBody>
      </p:sp>
      <p:sp>
        <p:nvSpPr>
          <p:cNvPr id="532" name="TextBox 531"/>
          <p:cNvSpPr txBox="1"/>
          <p:nvPr/>
        </p:nvSpPr>
        <p:spPr>
          <a:xfrm>
            <a:off x="731520" y="4224528"/>
            <a:ext cx="5029200" cy="274320"/>
          </a:xfrm>
          <a:prstGeom prst="rect">
            <a:avLst/>
          </a:prstGeom>
          <a:noFill/>
        </p:spPr>
        <p:txBody>
          <a:bodyPr wrap="square">
            <a:spAutoFit/>
          </a:bodyPr>
          <a:lstStyle/>
          <a:p>
            <a:pPr algn="ctr"/>
            <a:r>
              <a:rPr sz="900" b="1" i="0">
                <a:solidFill>
                  <a:srgbClr val="2E7D32"/>
                </a:solidFill>
                <a:latin typeface="Calibri"/>
              </a:rPr>
              <a:t>■ PLANNED  prototype demo</a:t>
            </a:r>
          </a:p>
        </p:txBody>
      </p:sp>
      <p:sp>
        <p:nvSpPr>
          <p:cNvPr id="533" name="Rounded Rectangle 532"/>
          <p:cNvSpPr/>
          <p:nvPr/>
        </p:nvSpPr>
        <p:spPr>
          <a:xfrm>
            <a:off x="6400800" y="1600200"/>
            <a:ext cx="5166360" cy="2971800"/>
          </a:xfrm>
          <a:prstGeom prst="roundRect">
            <a:avLst/>
          </a:prstGeom>
          <a:solidFill>
            <a:srgbClr val="F2F4F7"/>
          </a:solidFill>
          <a:ln w="22225">
            <a:solidFill>
              <a:srgbClr val="6B7280"/>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endParaRPr/>
          </a:p>
        </p:txBody>
      </p:sp>
      <p:sp>
        <p:nvSpPr>
          <p:cNvPr id="534" name="TextBox 533"/>
          <p:cNvSpPr txBox="1"/>
          <p:nvPr/>
        </p:nvSpPr>
        <p:spPr>
          <a:xfrm>
            <a:off x="6492240" y="1664208"/>
            <a:ext cx="4983480" cy="320040"/>
          </a:xfrm>
          <a:prstGeom prst="rect">
            <a:avLst/>
          </a:prstGeom>
          <a:noFill/>
        </p:spPr>
        <p:txBody>
          <a:bodyPr wrap="square">
            <a:spAutoFit/>
          </a:bodyPr>
          <a:lstStyle/>
          <a:p>
            <a:pPr algn="ctr"/>
            <a:r>
              <a:rPr sz="1300" b="1" i="0" dirty="0" err="1">
                <a:solidFill>
                  <a:srgbClr val="2E7D32"/>
                </a:solidFill>
                <a:latin typeface="Calibri"/>
              </a:rPr>
              <a:t>FedNeMo</a:t>
            </a:r>
            <a:r>
              <a:rPr sz="1300" b="1" i="0" dirty="0">
                <a:solidFill>
                  <a:srgbClr val="2E7D32"/>
                </a:solidFill>
                <a:latin typeface="Calibri"/>
              </a:rPr>
              <a:t>-protected update</a:t>
            </a:r>
          </a:p>
        </p:txBody>
      </p:sp>
      <p:sp>
        <p:nvSpPr>
          <p:cNvPr id="535" name="Rounded Rectangle 534"/>
          <p:cNvSpPr/>
          <p:nvPr/>
        </p:nvSpPr>
        <p:spPr>
          <a:xfrm>
            <a:off x="6812280" y="2194560"/>
            <a:ext cx="4343400" cy="50292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FedRand + Laplacian DP + Quant</a:t>
            </a:r>
          </a:p>
        </p:txBody>
      </p:sp>
      <p:cxnSp>
        <p:nvCxnSpPr>
          <p:cNvPr id="536" name="Connector 535"/>
          <p:cNvCxnSpPr/>
          <p:nvPr/>
        </p:nvCxnSpPr>
        <p:spPr>
          <a:xfrm>
            <a:off x="8979408" y="2697480"/>
            <a:ext cx="0" cy="36576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7" name="Rounded Rectangle 536"/>
          <p:cNvSpPr/>
          <p:nvPr/>
        </p:nvSpPr>
        <p:spPr>
          <a:xfrm>
            <a:off x="6812280" y="3108960"/>
            <a:ext cx="4343400" cy="105156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E7D32"/>
                </a:solidFill>
                <a:latin typeface="Calibri"/>
              </a:rPr>
              <a:t>▓▒░█  ▒█░▓  ░▒█▓</a:t>
            </a:r>
          </a:p>
          <a:p>
            <a:pPr algn="ctr"/>
            <a:r>
              <a:rPr sz="1000" b="0">
                <a:solidFill>
                  <a:srgbClr val="2E7D32"/>
                </a:solidFill>
                <a:latin typeface="Calibri"/>
              </a:rPr>
              <a:t>█░▓▒  ░█▒░  ▓▒█░</a:t>
            </a:r>
          </a:p>
          <a:p>
            <a:pPr algn="ctr"/>
            <a:r>
              <a:rPr sz="1000" b="0">
                <a:solidFill>
                  <a:srgbClr val="2E7D32"/>
                </a:solidFill>
                <a:latin typeface="Calibri"/>
              </a:rPr>
              <a:t>→ reconstruction fails (noise)</a:t>
            </a:r>
          </a:p>
        </p:txBody>
      </p:sp>
      <p:sp>
        <p:nvSpPr>
          <p:cNvPr id="538" name="TextBox 537"/>
          <p:cNvSpPr txBox="1"/>
          <p:nvPr/>
        </p:nvSpPr>
        <p:spPr>
          <a:xfrm>
            <a:off x="6492240" y="4224528"/>
            <a:ext cx="4983480" cy="274320"/>
          </a:xfrm>
          <a:prstGeom prst="rect">
            <a:avLst/>
          </a:prstGeom>
          <a:noFill/>
        </p:spPr>
        <p:txBody>
          <a:bodyPr wrap="square">
            <a:spAutoFit/>
          </a:bodyPr>
          <a:lstStyle/>
          <a:p>
            <a:pPr algn="ctr"/>
            <a:r>
              <a:rPr sz="900" b="1" i="0">
                <a:solidFill>
                  <a:srgbClr val="2E7D32"/>
                </a:solidFill>
                <a:latin typeface="Calibri"/>
              </a:rPr>
              <a:t>■ PLANNED  prototype demo</a:t>
            </a:r>
          </a:p>
        </p:txBody>
      </p:sp>
      <p:sp>
        <p:nvSpPr>
          <p:cNvPr id="539" name="TextBox 538"/>
          <p:cNvSpPr txBox="1"/>
          <p:nvPr/>
        </p:nvSpPr>
        <p:spPr>
          <a:xfrm>
            <a:off x="640080" y="4709160"/>
            <a:ext cx="10927080" cy="457200"/>
          </a:xfrm>
          <a:prstGeom prst="rect">
            <a:avLst/>
          </a:prstGeom>
          <a:noFill/>
        </p:spPr>
        <p:txBody>
          <a:bodyPr wrap="square">
            <a:spAutoFit/>
          </a:bodyPr>
          <a:lstStyle/>
          <a:p>
            <a:pPr algn="ctr"/>
            <a:r>
              <a:rPr sz="1100" b="0" i="0">
                <a:solidFill>
                  <a:srgbClr val="20242B"/>
                </a:solidFill>
                <a:latin typeface="Calibri"/>
              </a:rPr>
              <a:t>Same record, same attacker — one leaks, one doesn't. Sending only one LoRA matrix per round makes inversion structurally underdetermined; Laplacian DP adds a formal, RDP-tracked budget.</a:t>
            </a:r>
          </a:p>
        </p:txBody>
      </p:sp>
      <p:sp>
        <p:nvSpPr>
          <p:cNvPr id="540" name="Rounded Rectangle 539"/>
          <p:cNvSpPr/>
          <p:nvPr/>
        </p:nvSpPr>
        <p:spPr>
          <a:xfrm>
            <a:off x="640080" y="5276088"/>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41" name="TextBox 540"/>
          <p:cNvSpPr txBox="1"/>
          <p:nvPr/>
        </p:nvSpPr>
        <p:spPr>
          <a:xfrm>
            <a:off x="1892807" y="5257800"/>
            <a:ext cx="9674352" cy="640080"/>
          </a:xfrm>
          <a:prstGeom prst="rect">
            <a:avLst/>
          </a:prstGeom>
          <a:noFill/>
        </p:spPr>
        <p:txBody>
          <a:bodyPr wrap="square">
            <a:spAutoFit/>
          </a:bodyPr>
          <a:lstStyle/>
          <a:p>
            <a:r>
              <a:rPr sz="1050" b="0">
                <a:solidFill>
                  <a:srgbClr val="20242B"/>
                </a:solidFill>
                <a:latin typeface="Calibri"/>
              </a:rPr>
              <a:t>Evaluation roadmap: replace the demo with established optimization-based GIA (DLG / Inverting Gradients) and run membership-inference (LiRA / LOSS) to report text-specific privacy on the target model.</a:t>
            </a:r>
          </a:p>
        </p:txBody>
      </p:sp>
      <p:sp>
        <p:nvSpPr>
          <p:cNvPr id="542" name="TextBox 541"/>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 name="Google Shape;522;g3e23138d502_0_1283"/>
          <p:cNvPicPr preferRelativeResize="0"/>
          <p:nvPr/>
        </p:nvPicPr>
        <p:blipFill>
          <a:blip r:embed="rId2">
            <a:alphaModFix/>
          </a:blip>
          <a:stretch>
            <a:fillRect/>
          </a:stretch>
        </p:blipFill>
        <p:spPr>
          <a:xfrm>
            <a:off x="379026" y="6105425"/>
            <a:ext cx="1980568" cy="567900"/>
          </a:xfrm>
          <a:prstGeom prst="rect">
            <a:avLst/>
          </a:prstGeom>
          <a:noFill/>
          <a:ln>
            <a:noFill/>
          </a:ln>
        </p:spPr>
      </p:pic>
      <p:sp>
        <p:nvSpPr>
          <p:cNvPr id="523" name="Google Shape;523;g3e23138d502_0_1283"/>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e23138d502_0_1283"/>
          <p:cNvSpPr txBox="1"/>
          <p:nvPr/>
        </p:nvSpPr>
        <p:spPr>
          <a:xfrm>
            <a:off x="1006468" y="482849"/>
            <a:ext cx="7034400" cy="7065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endParaRPr sz="1600" b="1">
              <a:solidFill>
                <a:srgbClr val="000000"/>
              </a:solidFill>
            </a:endParaRPr>
          </a:p>
        </p:txBody>
      </p:sp>
      <p:sp>
        <p:nvSpPr>
          <p:cNvPr id="525" name="Google Shape;525;g3e23138d502_0_1283"/>
          <p:cNvSpPr txBox="1"/>
          <p:nvPr/>
        </p:nvSpPr>
        <p:spPr>
          <a:xfrm>
            <a:off x="1186650" y="1323325"/>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TextBox 525"/>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AI Use Case — Dataset &amp; Results</a:t>
            </a:r>
          </a:p>
        </p:txBody>
      </p:sp>
      <p:graphicFrame>
        <p:nvGraphicFramePr>
          <p:cNvPr id="527" name="Table 526"/>
          <p:cNvGraphicFramePr>
            <a:graphicFrameLocks noGrp="1"/>
          </p:cNvGraphicFramePr>
          <p:nvPr/>
        </p:nvGraphicFramePr>
        <p:xfrm>
          <a:off x="502920" y="1463040"/>
          <a:ext cx="11155680" cy="169164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422910">
                <a:tc>
                  <a:txBody>
                    <a:bodyPr/>
                    <a:lstStyle/>
                    <a:p>
                      <a:r>
                        <a:rPr sz="1100" b="1">
                          <a:solidFill>
                            <a:srgbClr val="FFFFFF"/>
                          </a:solidFill>
                          <a:latin typeface="Calibri"/>
                        </a:rPr>
                        <a:t>Dataset</a:t>
                      </a:r>
                    </a:p>
                  </a:txBody>
                  <a:tcPr anchor="ctr">
                    <a:solidFill>
                      <a:srgbClr val="0B3D91"/>
                    </a:solidFill>
                  </a:tcPr>
                </a:tc>
                <a:tc>
                  <a:txBody>
                    <a:bodyPr/>
                    <a:lstStyle/>
                    <a:p>
                      <a:r>
                        <a:rPr sz="1100" b="1">
                          <a:solidFill>
                            <a:srgbClr val="FFFFFF"/>
                          </a:solidFill>
                          <a:latin typeface="Calibri"/>
                        </a:rPr>
                        <a:t>Use</a:t>
                      </a:r>
                    </a:p>
                  </a:txBody>
                  <a:tcPr anchor="ctr">
                    <a:solidFill>
                      <a:srgbClr val="0B3D91"/>
                    </a:solidFill>
                  </a:tcPr>
                </a:tc>
                <a:tc>
                  <a:txBody>
                    <a:bodyPr/>
                    <a:lstStyle/>
                    <a:p>
                      <a:r>
                        <a:rPr sz="1100" b="1">
                          <a:solidFill>
                            <a:srgbClr val="FFFFFF"/>
                          </a:solidFill>
                          <a:latin typeface="Calibri"/>
                        </a:rPr>
                        <a:t>Scale</a:t>
                      </a:r>
                    </a:p>
                  </a:txBody>
                  <a:tcPr anchor="ctr">
                    <a:solidFill>
                      <a:srgbClr val="0B3D91"/>
                    </a:solidFill>
                  </a:tcPr>
                </a:tc>
                <a:tc>
                  <a:txBody>
                    <a:bodyPr/>
                    <a:lstStyle/>
                    <a:p>
                      <a:r>
                        <a:rPr sz="1100" b="1">
                          <a:solidFill>
                            <a:srgbClr val="FFFFFF"/>
                          </a:solidFill>
                          <a:latin typeface="Calibri"/>
                        </a:rPr>
                        <a:t>License</a:t>
                      </a:r>
                    </a:p>
                  </a:txBody>
                  <a:tcPr anchor="ctr">
                    <a:solidFill>
                      <a:srgbClr val="0B3D91"/>
                    </a:solidFill>
                  </a:tcPr>
                </a:tc>
                <a:extLst>
                  <a:ext uri="{0D108BD9-81ED-4DB2-BD59-A6C34878D82A}">
                    <a16:rowId xmlns:a16="http://schemas.microsoft.com/office/drawing/2014/main" val="10000"/>
                  </a:ext>
                </a:extLst>
              </a:tr>
              <a:tr h="422910">
                <a:tc>
                  <a:txBody>
                    <a:bodyPr/>
                    <a:lstStyle/>
                    <a:p>
                      <a:r>
                        <a:rPr sz="1000" b="0">
                          <a:solidFill>
                            <a:srgbClr val="20242B"/>
                          </a:solidFill>
                          <a:latin typeface="Calibri"/>
                        </a:rPr>
                        <a:t>MedQA-USMLE</a:t>
                      </a:r>
                    </a:p>
                  </a:txBody>
                  <a:tcPr anchor="ctr">
                    <a:solidFill>
                      <a:srgbClr val="FFFFFF"/>
                    </a:solidFill>
                  </a:tcPr>
                </a:tc>
                <a:tc>
                  <a:txBody>
                    <a:bodyPr/>
                    <a:lstStyle/>
                    <a:p>
                      <a:r>
                        <a:rPr sz="1000" b="0">
                          <a:solidFill>
                            <a:srgbClr val="20242B"/>
                          </a:solidFill>
                          <a:latin typeface="Calibri"/>
                        </a:rPr>
                        <a:t>Primary train / eval</a:t>
                      </a:r>
                    </a:p>
                  </a:txBody>
                  <a:tcPr anchor="ctr">
                    <a:solidFill>
                      <a:srgbClr val="FFFFFF"/>
                    </a:solidFill>
                  </a:tcPr>
                </a:tc>
                <a:tc>
                  <a:txBody>
                    <a:bodyPr/>
                    <a:lstStyle/>
                    <a:p>
                      <a:r>
                        <a:rPr sz="1000" b="0">
                          <a:solidFill>
                            <a:srgbClr val="20242B"/>
                          </a:solidFill>
                          <a:latin typeface="Calibri"/>
                        </a:rPr>
                        <a:t>per-hospital shards</a:t>
                      </a:r>
                    </a:p>
                  </a:txBody>
                  <a:tcPr anchor="ctr">
                    <a:solidFill>
                      <a:srgbClr val="FFFFFF"/>
                    </a:solidFill>
                  </a:tcPr>
                </a:tc>
                <a:tc>
                  <a:txBody>
                    <a:bodyPr/>
                    <a:lstStyle/>
                    <a:p>
                      <a:r>
                        <a:rPr sz="1000" b="0">
                          <a:solidFill>
                            <a:srgbClr val="20242B"/>
                          </a:solidFill>
                          <a:latin typeface="Calibri"/>
                        </a:rPr>
                        <a:t>Research-use dataset (license under verification)</a:t>
                      </a:r>
                    </a:p>
                  </a:txBody>
                  <a:tcPr anchor="ctr">
                    <a:solidFill>
                      <a:srgbClr val="FFFFFF"/>
                    </a:solidFill>
                  </a:tcPr>
                </a:tc>
                <a:extLst>
                  <a:ext uri="{0D108BD9-81ED-4DB2-BD59-A6C34878D82A}">
                    <a16:rowId xmlns:a16="http://schemas.microsoft.com/office/drawing/2014/main" val="10001"/>
                  </a:ext>
                </a:extLst>
              </a:tr>
              <a:tr h="422910">
                <a:tc>
                  <a:txBody>
                    <a:bodyPr/>
                    <a:lstStyle/>
                    <a:p>
                      <a:r>
                        <a:rPr sz="1000" b="0">
                          <a:solidFill>
                            <a:srgbClr val="20242B"/>
                          </a:solidFill>
                          <a:latin typeface="Calibri"/>
                        </a:rPr>
                        <a:t>Synthetic clinical records</a:t>
                      </a:r>
                    </a:p>
                  </a:txBody>
                  <a:tcPr anchor="ctr">
                    <a:solidFill>
                      <a:srgbClr val="F2F4F7"/>
                    </a:solidFill>
                  </a:tcPr>
                </a:tc>
                <a:tc>
                  <a:txBody>
                    <a:bodyPr/>
                    <a:lstStyle/>
                    <a:p>
                      <a:r>
                        <a:rPr sz="1000" b="0">
                          <a:solidFill>
                            <a:srgbClr val="20242B"/>
                          </a:solidFill>
                          <a:latin typeface="Calibri"/>
                        </a:rPr>
                        <a:t>Primary (privacy-safe)</a:t>
                      </a:r>
                    </a:p>
                  </a:txBody>
                  <a:tcPr anchor="ctr">
                    <a:solidFill>
                      <a:srgbClr val="F2F4F7"/>
                    </a:solidFill>
                  </a:tcPr>
                </a:tc>
                <a:tc>
                  <a:txBody>
                    <a:bodyPr/>
                    <a:lstStyle/>
                    <a:p>
                      <a:r>
                        <a:rPr sz="1000" b="0">
                          <a:solidFill>
                            <a:srgbClr val="20242B"/>
                          </a:solidFill>
                          <a:latin typeface="Calibri"/>
                        </a:rPr>
                        <a:t>generated locally</a:t>
                      </a:r>
                    </a:p>
                  </a:txBody>
                  <a:tcPr anchor="ctr">
                    <a:solidFill>
                      <a:srgbClr val="F2F4F7"/>
                    </a:solidFill>
                  </a:tcPr>
                </a:tc>
                <a:tc>
                  <a:txBody>
                    <a:bodyPr/>
                    <a:lstStyle/>
                    <a:p>
                      <a:r>
                        <a:rPr sz="1000" b="0">
                          <a:solidFill>
                            <a:srgbClr val="20242B"/>
                          </a:solidFill>
                          <a:latin typeface="Calibri"/>
                        </a:rPr>
                        <a:t>Self-generated — no third-party license</a:t>
                      </a:r>
                    </a:p>
                  </a:txBody>
                  <a:tcPr anchor="ctr">
                    <a:solidFill>
                      <a:srgbClr val="F2F4F7"/>
                    </a:solidFill>
                  </a:tcPr>
                </a:tc>
                <a:extLst>
                  <a:ext uri="{0D108BD9-81ED-4DB2-BD59-A6C34878D82A}">
                    <a16:rowId xmlns:a16="http://schemas.microsoft.com/office/drawing/2014/main" val="10002"/>
                  </a:ext>
                </a:extLst>
              </a:tr>
              <a:tr h="422910">
                <a:tc>
                  <a:txBody>
                    <a:bodyPr/>
                    <a:lstStyle/>
                    <a:p>
                      <a:r>
                        <a:rPr sz="1000" b="0">
                          <a:solidFill>
                            <a:srgbClr val="20242B"/>
                          </a:solidFill>
                          <a:latin typeface="Calibri"/>
                        </a:rPr>
                        <a:t>MIMIC / PubMedQA</a:t>
                      </a:r>
                    </a:p>
                  </a:txBody>
                  <a:tcPr anchor="ctr">
                    <a:solidFill>
                      <a:srgbClr val="FFFFFF"/>
                    </a:solidFill>
                  </a:tcPr>
                </a:tc>
                <a:tc>
                  <a:txBody>
                    <a:bodyPr/>
                    <a:lstStyle/>
                    <a:p>
                      <a:r>
                        <a:rPr sz="1000" b="0">
                          <a:solidFill>
                            <a:srgbClr val="20242B"/>
                          </a:solidFill>
                          <a:latin typeface="Calibri"/>
                        </a:rPr>
                        <a:t>Planned, not in use</a:t>
                      </a:r>
                    </a:p>
                  </a:txBody>
                  <a:tcPr anchor="ctr">
                    <a:solidFill>
                      <a:srgbClr val="FFFFFF"/>
                    </a:solidFill>
                  </a:tcPr>
                </a:tc>
                <a:tc>
                  <a:txBody>
                    <a:bodyPr/>
                    <a:lstStyle/>
                    <a:p>
                      <a:r>
                        <a:rPr sz="1000" b="0">
                          <a:solidFill>
                            <a:srgbClr val="20242B"/>
                          </a:solidFill>
                          <a:latin typeface="Calibri"/>
                        </a:rPr>
                        <a:t>—</a:t>
                      </a:r>
                    </a:p>
                  </a:txBody>
                  <a:tcPr anchor="ctr">
                    <a:solidFill>
                      <a:srgbClr val="FFFFFF"/>
                    </a:solidFill>
                  </a:tcPr>
                </a:tc>
                <a:tc>
                  <a:txBody>
                    <a:bodyPr/>
                    <a:lstStyle/>
                    <a:p>
                      <a:r>
                        <a:rPr sz="1000" b="0">
                          <a:solidFill>
                            <a:srgbClr val="20242B"/>
                          </a:solidFill>
                          <a:latin typeface="Calibri"/>
                        </a:rPr>
                        <a:t>Restricted / credentialed — under verification</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28" name="Rounded Rectangle 527"/>
          <p:cNvSpPr/>
          <p:nvPr/>
        </p:nvSpPr>
        <p:spPr>
          <a:xfrm>
            <a:off x="502920" y="3355848"/>
            <a:ext cx="1097280" cy="256032"/>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DESIGNED</a:t>
            </a:r>
          </a:p>
        </p:txBody>
      </p:sp>
      <p:sp>
        <p:nvSpPr>
          <p:cNvPr id="529" name="TextBox 528"/>
          <p:cNvSpPr txBox="1"/>
          <p:nvPr/>
        </p:nvSpPr>
        <p:spPr>
          <a:xfrm>
            <a:off x="1755648" y="3337560"/>
            <a:ext cx="9902952" cy="640080"/>
          </a:xfrm>
          <a:prstGeom prst="rect">
            <a:avLst/>
          </a:prstGeom>
          <a:noFill/>
        </p:spPr>
        <p:txBody>
          <a:bodyPr wrap="square">
            <a:spAutoFit/>
          </a:bodyPr>
          <a:lstStyle/>
          <a:p>
            <a:r>
              <a:rPr sz="1100" b="0">
                <a:solidFill>
                  <a:srgbClr val="20242B"/>
                </a:solidFill>
                <a:latin typeface="Calibri"/>
              </a:rPr>
              <a:t>Evaluation design: 5 simulated hospitals, ~100× data-volume spread and differing ICD/vocabulary profiles → entropy-weighted aggregation + per-client quantization.</a:t>
            </a:r>
          </a:p>
        </p:txBody>
      </p:sp>
      <p:sp>
        <p:nvSpPr>
          <p:cNvPr id="530" name="Rounded Rectangle 529"/>
          <p:cNvSpPr/>
          <p:nvPr/>
        </p:nvSpPr>
        <p:spPr>
          <a:xfrm>
            <a:off x="502920" y="4105655"/>
            <a:ext cx="1097280" cy="256032"/>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31" name="TextBox 530"/>
          <p:cNvSpPr txBox="1"/>
          <p:nvPr/>
        </p:nvSpPr>
        <p:spPr>
          <a:xfrm>
            <a:off x="1755648" y="4087368"/>
            <a:ext cx="9902952" cy="640080"/>
          </a:xfrm>
          <a:prstGeom prst="rect">
            <a:avLst/>
          </a:prstGeom>
          <a:noFill/>
        </p:spPr>
        <p:txBody>
          <a:bodyPr wrap="square">
            <a:spAutoFit/>
          </a:bodyPr>
          <a:lstStyle/>
          <a:p>
            <a:r>
              <a:rPr sz="1100" b="0">
                <a:solidFill>
                  <a:srgbClr val="20242B"/>
                </a:solidFill>
                <a:latin typeface="Calibri"/>
              </a:rPr>
              <a:t>Prototype (CPU): full federated loop runs end-to-end; passes internal smoke checks; logs per-round communication savings and cumulative ε.</a:t>
            </a:r>
          </a:p>
        </p:txBody>
      </p:sp>
      <p:sp>
        <p:nvSpPr>
          <p:cNvPr id="532" name="Rounded Rectangle 531"/>
          <p:cNvSpPr/>
          <p:nvPr/>
        </p:nvSpPr>
        <p:spPr>
          <a:xfrm>
            <a:off x="502920" y="4855464"/>
            <a:ext cx="1097280" cy="256032"/>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LITERATURE</a:t>
            </a:r>
          </a:p>
        </p:txBody>
      </p:sp>
      <p:sp>
        <p:nvSpPr>
          <p:cNvPr id="533" name="TextBox 532"/>
          <p:cNvSpPr txBox="1"/>
          <p:nvPr/>
        </p:nvSpPr>
        <p:spPr>
          <a:xfrm>
            <a:off x="1755648" y="4837176"/>
            <a:ext cx="9902952" cy="365760"/>
          </a:xfrm>
          <a:prstGeom prst="rect">
            <a:avLst/>
          </a:prstGeom>
          <a:noFill/>
        </p:spPr>
        <p:txBody>
          <a:bodyPr wrap="square">
            <a:spAutoFit/>
          </a:bodyPr>
          <a:lstStyle/>
          <a:p>
            <a:r>
              <a:rPr sz="1100" b="0">
                <a:solidFill>
                  <a:srgbClr val="20242B"/>
                </a:solidFill>
                <a:latin typeface="Calibri"/>
              </a:rPr>
              <a:t>From cited papers (not our measurements): ~45–52% communication reduction (adaptive quantization); ~7% non-IID accuracy gain (MTAE).</a:t>
            </a:r>
          </a:p>
        </p:txBody>
      </p:sp>
      <p:sp>
        <p:nvSpPr>
          <p:cNvPr id="534" name="Rounded Rectangle 533"/>
          <p:cNvSpPr/>
          <p:nvPr/>
        </p:nvSpPr>
        <p:spPr>
          <a:xfrm>
            <a:off x="502920" y="5330952"/>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35" name="TextBox 534"/>
          <p:cNvSpPr txBox="1"/>
          <p:nvPr/>
        </p:nvSpPr>
        <p:spPr>
          <a:xfrm>
            <a:off x="1755648" y="5312664"/>
            <a:ext cx="9902952" cy="365760"/>
          </a:xfrm>
          <a:prstGeom prst="rect">
            <a:avLst/>
          </a:prstGeom>
          <a:noFill/>
        </p:spPr>
        <p:txBody>
          <a:bodyPr wrap="square">
            <a:spAutoFit/>
          </a:bodyPr>
          <a:lstStyle/>
          <a:p>
            <a:r>
              <a:rPr sz="1100" b="0">
                <a:solidFill>
                  <a:srgbClr val="20242B"/>
                </a:solidFill>
                <a:latin typeface="Calibri"/>
              </a:rPr>
              <a:t>Combined &gt;75% reduction vs 32-bit FedAvg is our projection.</a:t>
            </a:r>
          </a:p>
        </p:txBody>
      </p:sp>
      <p:sp>
        <p:nvSpPr>
          <p:cNvPr id="536" name="TextBox 535"/>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g3e23138d502_0_1328"/>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pPr marL="0" lvl="0" indent="0" algn="l" rtl="0">
              <a:lnSpc>
                <a:spcPct val="90000"/>
              </a:lnSpc>
              <a:spcBef>
                <a:spcPts val="0"/>
              </a:spcBef>
              <a:spcAft>
                <a:spcPts val="0"/>
              </a:spcAft>
              <a:buClr>
                <a:schemeClr val="lt1"/>
              </a:buClr>
              <a:buSzPts val="2900"/>
              <a:buFont typeface="NVIDIA Sans"/>
              <a:buNone/>
            </a:pPr>
            <a:r>
              <a:rPr lang="en-US"/>
              <a:t>Tech Stack</a:t>
            </a:r>
            <a:endParaRPr/>
          </a:p>
        </p:txBody>
      </p:sp>
      <p:sp>
        <p:nvSpPr>
          <p:cNvPr id="533" name="Google Shape;533;g3e23138d502_0_1328"/>
          <p:cNvSpPr txBox="1">
            <a:spLocks noGrp="1"/>
          </p:cNvSpPr>
          <p:nvPr>
            <p:ph type="subTitle" idx="1"/>
          </p:nvPr>
        </p:nvSpPr>
        <p:spPr>
          <a:xfrm>
            <a:off x="504333" y="2647242"/>
            <a:ext cx="8066400" cy="567900"/>
          </a:xfrm>
          <a:prstGeom prst="rect">
            <a:avLst/>
          </a:prstGeom>
          <a:noFill/>
          <a:ln>
            <a:noFill/>
          </a:ln>
        </p:spPr>
        <p:txBody>
          <a:bodyPr spcFirstLastPara="1" wrap="square" lIns="30475" tIns="15225" rIns="30475" bIns="15225" anchor="t" anchorCtr="0">
            <a:normAutofit/>
          </a:bodyPr>
          <a:lstStyle/>
          <a:p>
            <a:pPr marL="0" lvl="0" indent="0" algn="l" rtl="0">
              <a:lnSpc>
                <a:spcPct val="90000"/>
              </a:lnSpc>
              <a:spcBef>
                <a:spcPts val="0"/>
              </a:spcBef>
              <a:spcAft>
                <a:spcPts val="0"/>
              </a:spcAft>
              <a:buClr>
                <a:schemeClr val="lt1"/>
              </a:buClr>
              <a:buSzPts val="1500"/>
              <a:buNone/>
            </a:pPr>
            <a:r>
              <a:rPr lang="en-US">
                <a:solidFill>
                  <a:schemeClr val="dk1"/>
                </a:solidFill>
              </a:rPr>
              <a:t>Strategy for building/improving your project</a:t>
            </a:r>
            <a:endParaRPr>
              <a:solidFill>
                <a:schemeClr val="dk1"/>
              </a:solidFill>
            </a:endParaRPr>
          </a:p>
        </p:txBody>
      </p:sp>
      <p:pic>
        <p:nvPicPr>
          <p:cNvPr id="534" name="Google Shape;534;g3e23138d502_0_1328"/>
          <p:cNvPicPr preferRelativeResize="0"/>
          <p:nvPr/>
        </p:nvPicPr>
        <p:blipFill>
          <a:blip r:embed="rId3">
            <a:alphaModFix/>
          </a:blip>
          <a:stretch>
            <a:fillRect/>
          </a:stretch>
        </p:blipFill>
        <p:spPr>
          <a:xfrm>
            <a:off x="379026" y="6105425"/>
            <a:ext cx="1980568" cy="567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pic>
        <p:nvPicPr>
          <p:cNvPr id="540" name="Google Shape;540;g3e23138d502_0_1296"/>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541" name="Google Shape;541;g3e23138d502_0_1296"/>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orbel"/>
              <a:buNone/>
            </a:pPr>
            <a:endParaRPr sz="1400" b="0" i="0" u="none" strike="noStrike" cap="none">
              <a:solidFill>
                <a:srgbClr val="000000"/>
              </a:solidFill>
              <a:latin typeface="Arial"/>
              <a:ea typeface="Arial"/>
              <a:cs typeface="Arial"/>
              <a:sym typeface="Arial"/>
            </a:endParaRPr>
          </a:p>
        </p:txBody>
      </p:sp>
      <p:sp>
        <p:nvSpPr>
          <p:cNvPr id="542" name="Google Shape;542;g3e23138d502_0_1296"/>
          <p:cNvSpPr txBox="1"/>
          <p:nvPr/>
        </p:nvSpPr>
        <p:spPr>
          <a:xfrm>
            <a:off x="1221698" y="1431561"/>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orbel"/>
              <a:buNone/>
            </a:pPr>
            <a:endParaRPr sz="1400" b="1" i="0" u="none" strike="noStrike" cap="none">
              <a:solidFill>
                <a:srgbClr val="000000"/>
              </a:solidFill>
              <a:latin typeface="Arial"/>
              <a:ea typeface="Arial"/>
              <a:cs typeface="Arial"/>
              <a:sym typeface="Arial"/>
            </a:endParaRPr>
          </a:p>
        </p:txBody>
      </p:sp>
      <p:sp>
        <p:nvSpPr>
          <p:cNvPr id="543" name="TextBox 542"/>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Tech Stack — NVIDIA Integration</a:t>
            </a:r>
          </a:p>
        </p:txBody>
      </p:sp>
      <p:sp>
        <p:nvSpPr>
          <p:cNvPr id="544" name="TextBox 543"/>
          <p:cNvSpPr txBox="1"/>
          <p:nvPr/>
        </p:nvSpPr>
        <p:spPr>
          <a:xfrm>
            <a:off x="502920" y="1481328"/>
            <a:ext cx="11155680" cy="292608"/>
          </a:xfrm>
          <a:prstGeom prst="rect">
            <a:avLst/>
          </a:prstGeom>
          <a:noFill/>
        </p:spPr>
        <p:txBody>
          <a:bodyPr wrap="square">
            <a:spAutoFit/>
          </a:bodyPr>
          <a:lstStyle/>
          <a:p>
            <a:pPr algn="l"/>
            <a:r>
              <a:rPr sz="1400" b="1" i="0">
                <a:solidFill>
                  <a:srgbClr val="20242B"/>
                </a:solidFill>
                <a:latin typeface="Calibri"/>
              </a:rPr>
              <a:t>Fine-tuning (PEFT)? Yes — LoRA on Nemotron via NeMo.</a:t>
            </a:r>
          </a:p>
        </p:txBody>
      </p:sp>
      <p:sp>
        <p:nvSpPr>
          <p:cNvPr id="545" name="Rounded Rectangle 544"/>
          <p:cNvSpPr/>
          <p:nvPr/>
        </p:nvSpPr>
        <p:spPr>
          <a:xfrm>
            <a:off x="502920" y="1892807"/>
            <a:ext cx="1097280" cy="256032"/>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DESIGNED</a:t>
            </a:r>
          </a:p>
        </p:txBody>
      </p:sp>
      <p:sp>
        <p:nvSpPr>
          <p:cNvPr id="546" name="TextBox 545"/>
          <p:cNvSpPr txBox="1"/>
          <p:nvPr/>
        </p:nvSpPr>
        <p:spPr>
          <a:xfrm>
            <a:off x="1755648" y="1874519"/>
            <a:ext cx="9902952" cy="640080"/>
          </a:xfrm>
          <a:prstGeom prst="rect">
            <a:avLst/>
          </a:prstGeom>
          <a:noFill/>
        </p:spPr>
        <p:txBody>
          <a:bodyPr wrap="square">
            <a:spAutoFit/>
          </a:bodyPr>
          <a:lstStyle/>
          <a:p>
            <a:r>
              <a:rPr sz="1150" b="0">
                <a:solidFill>
                  <a:srgbClr val="20242B"/>
                </a:solidFill>
                <a:latin typeface="Calibri"/>
              </a:rPr>
              <a:t>Why FLARE — exact extension point: FedNeMo's privacy steps are filters on model updates, and FLARE's DXO filter pipeline hosts FedRand / DP / Quant client-side with no custom transport.</a:t>
            </a:r>
          </a:p>
        </p:txBody>
      </p:sp>
      <p:sp>
        <p:nvSpPr>
          <p:cNvPr id="547" name="Rounded Rectangle 546"/>
          <p:cNvSpPr/>
          <p:nvPr/>
        </p:nvSpPr>
        <p:spPr>
          <a:xfrm>
            <a:off x="502920" y="2642615"/>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48" name="TextBox 547"/>
          <p:cNvSpPr txBox="1"/>
          <p:nvPr/>
        </p:nvSpPr>
        <p:spPr>
          <a:xfrm>
            <a:off x="1755648" y="2624327"/>
            <a:ext cx="9902952" cy="640080"/>
          </a:xfrm>
          <a:prstGeom prst="rect">
            <a:avLst/>
          </a:prstGeom>
          <a:noFill/>
        </p:spPr>
        <p:txBody>
          <a:bodyPr wrap="square">
            <a:spAutoFit/>
          </a:bodyPr>
          <a:lstStyle/>
          <a:p>
            <a:r>
              <a:rPr sz="1150" b="0">
                <a:solidFill>
                  <a:srgbClr val="20242B"/>
                </a:solidFill>
                <a:latin typeface="Calibri"/>
              </a:rPr>
              <a:t>Why NeMo — adapter injection where it counts: LoRA via ModelTransform injects at the Megatron-Core level, reaching Nemotron's hybrid layers, with mixed precision and scaling built in.</a:t>
            </a:r>
          </a:p>
        </p:txBody>
      </p:sp>
      <p:sp>
        <p:nvSpPr>
          <p:cNvPr id="549" name="Rounded Rectangle 548"/>
          <p:cNvSpPr/>
          <p:nvPr/>
        </p:nvSpPr>
        <p:spPr>
          <a:xfrm>
            <a:off x="502920" y="3392423"/>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50" name="TextBox 549"/>
          <p:cNvSpPr txBox="1"/>
          <p:nvPr/>
        </p:nvSpPr>
        <p:spPr>
          <a:xfrm>
            <a:off x="1755648" y="3374135"/>
            <a:ext cx="9902952" cy="914399"/>
          </a:xfrm>
          <a:prstGeom prst="rect">
            <a:avLst/>
          </a:prstGeom>
          <a:noFill/>
        </p:spPr>
        <p:txBody>
          <a:bodyPr wrap="square">
            <a:spAutoFit/>
          </a:bodyPr>
          <a:lstStyle/>
          <a:p>
            <a:r>
              <a:rPr sz="1150" b="0">
                <a:solidFill>
                  <a:srgbClr val="20242B"/>
                </a:solidFill>
                <a:latin typeface="Calibri"/>
              </a:rPr>
              <a:t>Why Nemotron — fit to clinical text: long-context reasoning (hybrid Mamba-Transformer) suits longitudinal patient histories; multilingual coverage including Indian languages matches ABDM's data; MoE compartmentalizes specialties in one model. Nemotron-Mini-4B for the demo, Nemotron-3 as production target.</a:t>
            </a:r>
          </a:p>
        </p:txBody>
      </p:sp>
      <p:sp>
        <p:nvSpPr>
          <p:cNvPr id="551" name="TextBox 550"/>
          <p:cNvSpPr txBox="1"/>
          <p:nvPr/>
        </p:nvSpPr>
        <p:spPr>
          <a:xfrm>
            <a:off x="502920" y="4398264"/>
            <a:ext cx="11155680" cy="640080"/>
          </a:xfrm>
          <a:prstGeom prst="rect">
            <a:avLst/>
          </a:prstGeom>
          <a:noFill/>
        </p:spPr>
        <p:txBody>
          <a:bodyPr wrap="square">
            <a:spAutoFit/>
          </a:bodyPr>
          <a:lstStyle/>
          <a:p>
            <a:r>
              <a:rPr sz="1150" b="0">
                <a:solidFill>
                  <a:srgbClr val="6B7280"/>
                </a:solidFill>
                <a:latin typeface="Calibri"/>
              </a:rPr>
              <a:t>Honest scope: 3 integrated deeply (FLARE, NeMo, Nemotron); up to 5 meaningful if a deployment step ships (TensorRT-LLM, NIM). CUDA/cuDNN are not counted as integrations.</a:t>
            </a:r>
          </a:p>
        </p:txBody>
      </p:sp>
      <p:sp>
        <p:nvSpPr>
          <p:cNvPr id="552" name="TextBox 551"/>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0" name="Google Shape;540;g3e23138d502_0_1296"/>
          <p:cNvPicPr preferRelativeResize="0"/>
          <p:nvPr/>
        </p:nvPicPr>
        <p:blipFill>
          <a:blip r:embed="rId2">
            <a:alphaModFix/>
          </a:blip>
          <a:stretch>
            <a:fillRect/>
          </a:stretch>
        </p:blipFill>
        <p:spPr>
          <a:xfrm>
            <a:off x="379026" y="6105425"/>
            <a:ext cx="1980568" cy="567900"/>
          </a:xfrm>
          <a:prstGeom prst="rect">
            <a:avLst/>
          </a:prstGeom>
          <a:noFill/>
          <a:ln>
            <a:noFill/>
          </a:ln>
        </p:spPr>
      </p:pic>
      <p:sp>
        <p:nvSpPr>
          <p:cNvPr id="541" name="Google Shape;541;g3e23138d502_0_1296"/>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orbel"/>
              <a:buNone/>
            </a:pPr>
            <a:endParaRPr sz="1400" b="0" i="0" u="none" strike="noStrike" cap="none">
              <a:solidFill>
                <a:srgbClr val="000000"/>
              </a:solidFill>
              <a:latin typeface="Arial"/>
              <a:ea typeface="Arial"/>
              <a:cs typeface="Arial"/>
              <a:sym typeface="Arial"/>
            </a:endParaRPr>
          </a:p>
        </p:txBody>
      </p:sp>
      <p:sp>
        <p:nvSpPr>
          <p:cNvPr id="542" name="Google Shape;542;g3e23138d502_0_1296"/>
          <p:cNvSpPr txBox="1"/>
          <p:nvPr/>
        </p:nvSpPr>
        <p:spPr>
          <a:xfrm>
            <a:off x="1221698" y="1431561"/>
            <a:ext cx="9818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orbel"/>
              <a:buNone/>
            </a:pPr>
            <a:endParaRPr sz="1400" b="1" i="0" u="none" strike="noStrike" cap="none">
              <a:solidFill>
                <a:srgbClr val="000000"/>
              </a:solidFill>
              <a:latin typeface="Arial"/>
              <a:ea typeface="Arial"/>
              <a:cs typeface="Arial"/>
              <a:sym typeface="Arial"/>
            </a:endParaRPr>
          </a:p>
        </p:txBody>
      </p:sp>
      <p:sp>
        <p:nvSpPr>
          <p:cNvPr id="543" name="TextBox 542"/>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Tech Stack — Bottlenecks &amp; Mitigations</a:t>
            </a:r>
          </a:p>
        </p:txBody>
      </p:sp>
      <p:graphicFrame>
        <p:nvGraphicFramePr>
          <p:cNvPr id="544" name="Table 543"/>
          <p:cNvGraphicFramePr>
            <a:graphicFrameLocks noGrp="1"/>
          </p:cNvGraphicFramePr>
          <p:nvPr/>
        </p:nvGraphicFramePr>
        <p:xfrm>
          <a:off x="502920" y="1463040"/>
          <a:ext cx="11155680" cy="429768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613954">
                <a:tc>
                  <a:txBody>
                    <a:bodyPr/>
                    <a:lstStyle/>
                    <a:p>
                      <a:r>
                        <a:rPr sz="1100" b="1">
                          <a:solidFill>
                            <a:srgbClr val="FFFFFF"/>
                          </a:solidFill>
                          <a:latin typeface="Calibri"/>
                        </a:rPr>
                        <a:t>Risk</a:t>
                      </a:r>
                    </a:p>
                  </a:txBody>
                  <a:tcPr anchor="ctr">
                    <a:solidFill>
                      <a:srgbClr val="0B3D91"/>
                    </a:solidFill>
                  </a:tcPr>
                </a:tc>
                <a:tc>
                  <a:txBody>
                    <a:bodyPr/>
                    <a:lstStyle/>
                    <a:p>
                      <a:r>
                        <a:rPr sz="1100" b="1">
                          <a:solidFill>
                            <a:srgbClr val="FFFFFF"/>
                          </a:solidFill>
                          <a:latin typeface="Calibri"/>
                        </a:rPr>
                        <a:t>Status</a:t>
                      </a:r>
                    </a:p>
                  </a:txBody>
                  <a:tcPr anchor="ctr">
                    <a:solidFill>
                      <a:srgbClr val="0B3D91"/>
                    </a:solidFill>
                  </a:tcPr>
                </a:tc>
                <a:tc>
                  <a:txBody>
                    <a:bodyPr/>
                    <a:lstStyle/>
                    <a:p>
                      <a:r>
                        <a:rPr sz="1100" b="1">
                          <a:solidFill>
                            <a:srgbClr val="FFFFFF"/>
                          </a:solidFill>
                          <a:latin typeface="Calibri"/>
                        </a:rPr>
                        <a:t>Mitigation</a:t>
                      </a:r>
                    </a:p>
                  </a:txBody>
                  <a:tcPr anchor="ctr">
                    <a:solidFill>
                      <a:srgbClr val="0B3D91"/>
                    </a:solidFill>
                  </a:tcPr>
                </a:tc>
                <a:extLst>
                  <a:ext uri="{0D108BD9-81ED-4DB2-BD59-A6C34878D82A}">
                    <a16:rowId xmlns:a16="http://schemas.microsoft.com/office/drawing/2014/main" val="10000"/>
                  </a:ext>
                </a:extLst>
              </a:tr>
              <a:tr h="613954">
                <a:tc>
                  <a:txBody>
                    <a:bodyPr/>
                    <a:lstStyle/>
                    <a:p>
                      <a:r>
                        <a:rPr sz="1050" b="0">
                          <a:solidFill>
                            <a:srgbClr val="20242B"/>
                          </a:solidFill>
                          <a:latin typeface="Calibri"/>
                        </a:rPr>
                        <a:t>Per-round DP meaningless without composition</a:t>
                      </a:r>
                    </a:p>
                  </a:txBody>
                  <a:tcPr anchor="ctr">
                    <a:solidFill>
                      <a:srgbClr val="FFFFFF"/>
                    </a:solidFill>
                  </a:tcPr>
                </a:tc>
                <a:tc>
                  <a:txBody>
                    <a:bodyPr/>
                    <a:lstStyle/>
                    <a:p>
                      <a:r>
                        <a:rPr sz="1050" b="1">
                          <a:solidFill>
                            <a:srgbClr val="2E7D32"/>
                          </a:solidFill>
                          <a:latin typeface="Calibri"/>
                        </a:rPr>
                        <a:t>BUILT</a:t>
                      </a:r>
                    </a:p>
                  </a:txBody>
                  <a:tcPr anchor="ctr">
                    <a:solidFill>
                      <a:srgbClr val="FFFFFF"/>
                    </a:solidFill>
                  </a:tcPr>
                </a:tc>
                <a:tc>
                  <a:txBody>
                    <a:bodyPr/>
                    <a:lstStyle/>
                    <a:p>
                      <a:r>
                        <a:rPr sz="1050" b="0">
                          <a:solidFill>
                            <a:srgbClr val="20242B"/>
                          </a:solidFill>
                          <a:latin typeface="Calibri"/>
                        </a:rPr>
                        <a:t>RDP accountant tracks cumulative ε; enforced ceiling</a:t>
                      </a:r>
                    </a:p>
                  </a:txBody>
                  <a:tcPr anchor="ctr">
                    <a:solidFill>
                      <a:srgbClr val="FFFFFF"/>
                    </a:solidFill>
                  </a:tcPr>
                </a:tc>
                <a:extLst>
                  <a:ext uri="{0D108BD9-81ED-4DB2-BD59-A6C34878D82A}">
                    <a16:rowId xmlns:a16="http://schemas.microsoft.com/office/drawing/2014/main" val="10001"/>
                  </a:ext>
                </a:extLst>
              </a:tr>
              <a:tr h="613954">
                <a:tc>
                  <a:txBody>
                    <a:bodyPr/>
                    <a:lstStyle/>
                    <a:p>
                      <a:r>
                        <a:rPr sz="1050" b="0">
                          <a:solidFill>
                            <a:srgbClr val="20242B"/>
                          </a:solidFill>
                          <a:latin typeface="Calibri"/>
                        </a:rPr>
                        <a:t>FedRand MIA numbers are vision-only</a:t>
                      </a:r>
                    </a:p>
                  </a:txBody>
                  <a:tcPr anchor="ctr">
                    <a:solidFill>
                      <a:srgbClr val="F2F4F7"/>
                    </a:solidFill>
                  </a:tcPr>
                </a:tc>
                <a:tc>
                  <a:txBody>
                    <a:bodyPr/>
                    <a:lstStyle/>
                    <a:p>
                      <a:r>
                        <a:rPr sz="1050" b="1">
                          <a:solidFill>
                            <a:srgbClr val="ED6C02"/>
                          </a:solidFill>
                          <a:latin typeface="Calibri"/>
                        </a:rPr>
                        <a:t>PLANNED</a:t>
                      </a:r>
                    </a:p>
                  </a:txBody>
                  <a:tcPr anchor="ctr">
                    <a:solidFill>
                      <a:srgbClr val="F2F4F7"/>
                    </a:solidFill>
                  </a:tcPr>
                </a:tc>
                <a:tc>
                  <a:txBody>
                    <a:bodyPr/>
                    <a:lstStyle/>
                    <a:p>
                      <a:r>
                        <a:rPr sz="1050" b="0">
                          <a:solidFill>
                            <a:srgbClr val="20242B"/>
                          </a:solidFill>
                          <a:latin typeface="Calibri"/>
                        </a:rPr>
                        <a:t>Measure text-specific MIA vs LiRA / LOSS baselines</a:t>
                      </a:r>
                    </a:p>
                  </a:txBody>
                  <a:tcPr anchor="ctr">
                    <a:solidFill>
                      <a:srgbClr val="F2F4F7"/>
                    </a:solidFill>
                  </a:tcPr>
                </a:tc>
                <a:extLst>
                  <a:ext uri="{0D108BD9-81ED-4DB2-BD59-A6C34878D82A}">
                    <a16:rowId xmlns:a16="http://schemas.microsoft.com/office/drawing/2014/main" val="10002"/>
                  </a:ext>
                </a:extLst>
              </a:tr>
              <a:tr h="613954">
                <a:tc>
                  <a:txBody>
                    <a:bodyPr/>
                    <a:lstStyle/>
                    <a:p>
                      <a:r>
                        <a:rPr sz="1050" b="0">
                          <a:solidFill>
                            <a:srgbClr val="20242B"/>
                          </a:solidFill>
                          <a:latin typeface="Calibri"/>
                        </a:rPr>
                        <a:t>Mamba-2 fused kernels can bypass LoRA</a:t>
                      </a:r>
                    </a:p>
                  </a:txBody>
                  <a:tcPr anchor="ctr">
                    <a:solidFill>
                      <a:srgbClr val="FFFFFF"/>
                    </a:solidFill>
                  </a:tcPr>
                </a:tc>
                <a:tc>
                  <a:txBody>
                    <a:bodyPr/>
                    <a:lstStyle/>
                    <a:p>
                      <a:r>
                        <a:rPr sz="1050" b="1">
                          <a:solidFill>
                            <a:srgbClr val="ED6C02"/>
                          </a:solidFill>
                          <a:latin typeface="Calibri"/>
                        </a:rPr>
                        <a:t>PLANNED</a:t>
                      </a:r>
                    </a:p>
                  </a:txBody>
                  <a:tcPr anchor="ctr">
                    <a:solidFill>
                      <a:srgbClr val="FFFFFF"/>
                    </a:solidFill>
                  </a:tcPr>
                </a:tc>
                <a:tc>
                  <a:txBody>
                    <a:bodyPr/>
                    <a:lstStyle/>
                    <a:p>
                      <a:r>
                        <a:rPr sz="1050" b="0">
                          <a:solidFill>
                            <a:srgbClr val="20242B"/>
                          </a:solidFill>
                          <a:latin typeface="Calibri"/>
                        </a:rPr>
                        <a:t>ModelTransform + pre-kernel hook + gradient-norm gate</a:t>
                      </a:r>
                    </a:p>
                  </a:txBody>
                  <a:tcPr anchor="ctr">
                    <a:solidFill>
                      <a:srgbClr val="FFFFFF"/>
                    </a:solidFill>
                  </a:tcPr>
                </a:tc>
                <a:extLst>
                  <a:ext uri="{0D108BD9-81ED-4DB2-BD59-A6C34878D82A}">
                    <a16:rowId xmlns:a16="http://schemas.microsoft.com/office/drawing/2014/main" val="10003"/>
                  </a:ext>
                </a:extLst>
              </a:tr>
              <a:tr h="613954">
                <a:tc>
                  <a:txBody>
                    <a:bodyPr/>
                    <a:lstStyle/>
                    <a:p>
                      <a:r>
                        <a:rPr sz="1050" b="0">
                          <a:solidFill>
                            <a:srgbClr val="20242B"/>
                          </a:solidFill>
                          <a:latin typeface="Calibri"/>
                        </a:rPr>
                        <a:t>FedPS fits structured data, not free text</a:t>
                      </a:r>
                    </a:p>
                  </a:txBody>
                  <a:tcPr anchor="ctr">
                    <a:solidFill>
                      <a:srgbClr val="F2F4F7"/>
                    </a:solidFill>
                  </a:tcPr>
                </a:tc>
                <a:tc>
                  <a:txBody>
                    <a:bodyPr/>
                    <a:lstStyle/>
                    <a:p>
                      <a:r>
                        <a:rPr sz="1050" b="1">
                          <a:solidFill>
                            <a:srgbClr val="1565C0"/>
                          </a:solidFill>
                          <a:latin typeface="Calibri"/>
                        </a:rPr>
                        <a:t>DESIGNED</a:t>
                      </a:r>
                    </a:p>
                  </a:txBody>
                  <a:tcPr anchor="ctr">
                    <a:solidFill>
                      <a:srgbClr val="F2F4F7"/>
                    </a:solidFill>
                  </a:tcPr>
                </a:tc>
                <a:tc>
                  <a:txBody>
                    <a:bodyPr/>
                    <a:lstStyle/>
                    <a:p>
                      <a:r>
                        <a:rPr sz="1050" b="0">
                          <a:solidFill>
                            <a:srgbClr val="20242B"/>
                          </a:solidFill>
                          <a:latin typeface="Calibri"/>
                        </a:rPr>
                        <a:t>FedPS = labs/ICD/demographics; tokenizer for narratives</a:t>
                      </a:r>
                    </a:p>
                  </a:txBody>
                  <a:tcPr anchor="ctr">
                    <a:solidFill>
                      <a:srgbClr val="F2F4F7"/>
                    </a:solidFill>
                  </a:tcPr>
                </a:tc>
                <a:extLst>
                  <a:ext uri="{0D108BD9-81ED-4DB2-BD59-A6C34878D82A}">
                    <a16:rowId xmlns:a16="http://schemas.microsoft.com/office/drawing/2014/main" val="10004"/>
                  </a:ext>
                </a:extLst>
              </a:tr>
              <a:tr h="613954">
                <a:tc>
                  <a:txBody>
                    <a:bodyPr/>
                    <a:lstStyle/>
                    <a:p>
                      <a:r>
                        <a:rPr sz="1050" b="0">
                          <a:solidFill>
                            <a:srgbClr val="20242B"/>
                          </a:solidFill>
                          <a:latin typeface="Calibri"/>
                        </a:rPr>
                        <a:t>DP noise vs model utility</a:t>
                      </a:r>
                    </a:p>
                  </a:txBody>
                  <a:tcPr anchor="ctr">
                    <a:solidFill>
                      <a:srgbClr val="FFFFFF"/>
                    </a:solidFill>
                  </a:tcPr>
                </a:tc>
                <a:tc>
                  <a:txBody>
                    <a:bodyPr/>
                    <a:lstStyle/>
                    <a:p>
                      <a:r>
                        <a:rPr sz="1050" b="1">
                          <a:solidFill>
                            <a:srgbClr val="6B7280"/>
                          </a:solidFill>
                          <a:latin typeface="Calibri"/>
                        </a:rPr>
                        <a:t>LITERATURE</a:t>
                      </a:r>
                    </a:p>
                  </a:txBody>
                  <a:tcPr anchor="ctr">
                    <a:solidFill>
                      <a:srgbClr val="FFFFFF"/>
                    </a:solidFill>
                  </a:tcPr>
                </a:tc>
                <a:tc>
                  <a:txBody>
                    <a:bodyPr/>
                    <a:lstStyle/>
                    <a:p>
                      <a:r>
                        <a:rPr sz="1050" b="0">
                          <a:solidFill>
                            <a:srgbClr val="20242B"/>
                          </a:solidFill>
                          <a:latin typeface="Calibri"/>
                        </a:rPr>
                        <a:t>FedRand removes cross-matrix noise amplification; ε tunable</a:t>
                      </a:r>
                    </a:p>
                  </a:txBody>
                  <a:tcPr anchor="ctr">
                    <a:solidFill>
                      <a:srgbClr val="FFFFFF"/>
                    </a:solidFill>
                  </a:tcPr>
                </a:tc>
                <a:extLst>
                  <a:ext uri="{0D108BD9-81ED-4DB2-BD59-A6C34878D82A}">
                    <a16:rowId xmlns:a16="http://schemas.microsoft.com/office/drawing/2014/main" val="10005"/>
                  </a:ext>
                </a:extLst>
              </a:tr>
              <a:tr h="613956">
                <a:tc>
                  <a:txBody>
                    <a:bodyPr/>
                    <a:lstStyle/>
                    <a:p>
                      <a:r>
                        <a:rPr sz="1050" b="0">
                          <a:solidFill>
                            <a:srgbClr val="20242B"/>
                          </a:solidFill>
                          <a:latin typeface="Calibri"/>
                        </a:rPr>
                        <a:t>30B infeasible on hackathon hardware</a:t>
                      </a:r>
                    </a:p>
                  </a:txBody>
                  <a:tcPr anchor="ctr">
                    <a:solidFill>
                      <a:srgbClr val="F2F4F7"/>
                    </a:solidFill>
                  </a:tcPr>
                </a:tc>
                <a:tc>
                  <a:txBody>
                    <a:bodyPr/>
                    <a:lstStyle/>
                    <a:p>
                      <a:r>
                        <a:rPr sz="1050" b="1">
                          <a:solidFill>
                            <a:srgbClr val="1565C0"/>
                          </a:solidFill>
                          <a:latin typeface="Calibri"/>
                        </a:rPr>
                        <a:t>DESIGNED</a:t>
                      </a:r>
                    </a:p>
                  </a:txBody>
                  <a:tcPr anchor="ctr">
                    <a:solidFill>
                      <a:srgbClr val="F2F4F7"/>
                    </a:solidFill>
                  </a:tcPr>
                </a:tc>
                <a:tc>
                  <a:txBody>
                    <a:bodyPr/>
                    <a:lstStyle/>
                    <a:p>
                      <a:r>
                        <a:rPr sz="1050" b="0">
                          <a:solidFill>
                            <a:srgbClr val="20242B"/>
                          </a:solidFill>
                          <a:latin typeface="Calibri"/>
                        </a:rPr>
                        <a:t>4B demo; Nemotron-3 as production target</a:t>
                      </a:r>
                    </a:p>
                  </a:txBody>
                  <a:tcPr anchor="ctr">
                    <a:solidFill>
                      <a:srgbClr val="F2F4F7"/>
                    </a:solidFill>
                  </a:tcPr>
                </a:tc>
                <a:extLst>
                  <a:ext uri="{0D108BD9-81ED-4DB2-BD59-A6C34878D82A}">
                    <a16:rowId xmlns:a16="http://schemas.microsoft.com/office/drawing/2014/main" val="10006"/>
                  </a:ext>
                </a:extLst>
              </a:tr>
            </a:tbl>
          </a:graphicData>
        </a:graphic>
      </p:graphicFrame>
      <p:sp>
        <p:nvSpPr>
          <p:cNvPr id="545" name="TextBox 544"/>
          <p:cNvSpPr txBox="1"/>
          <p:nvPr/>
        </p:nvSpPr>
        <p:spPr>
          <a:xfrm>
            <a:off x="457200" y="6419088"/>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g3e23138d502_0_1337"/>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pPr marL="0" lvl="0" indent="0" algn="l" rtl="0">
              <a:lnSpc>
                <a:spcPct val="90000"/>
              </a:lnSpc>
              <a:spcBef>
                <a:spcPts val="0"/>
              </a:spcBef>
              <a:spcAft>
                <a:spcPts val="0"/>
              </a:spcAft>
              <a:buClr>
                <a:schemeClr val="lt1"/>
              </a:buClr>
              <a:buSzPts val="2900"/>
              <a:buFont typeface="NVIDIA Sans"/>
              <a:buNone/>
            </a:pPr>
            <a:r>
              <a:rPr lang="en-US"/>
              <a:t>Road Map</a:t>
            </a:r>
            <a:endParaRPr/>
          </a:p>
        </p:txBody>
      </p:sp>
      <p:sp>
        <p:nvSpPr>
          <p:cNvPr id="549" name="Google Shape;549;g3e23138d502_0_1337"/>
          <p:cNvSpPr txBox="1">
            <a:spLocks noGrp="1"/>
          </p:cNvSpPr>
          <p:nvPr>
            <p:ph type="subTitle" idx="1"/>
          </p:nvPr>
        </p:nvSpPr>
        <p:spPr>
          <a:xfrm>
            <a:off x="504333" y="2647242"/>
            <a:ext cx="8066400" cy="567900"/>
          </a:xfrm>
          <a:prstGeom prst="rect">
            <a:avLst/>
          </a:prstGeom>
          <a:noFill/>
          <a:ln>
            <a:noFill/>
          </a:ln>
        </p:spPr>
        <p:txBody>
          <a:bodyPr spcFirstLastPara="1" wrap="square" lIns="30475" tIns="15225" rIns="30475" bIns="15225" anchor="t" anchorCtr="0">
            <a:normAutofit/>
          </a:bodyPr>
          <a:lstStyle/>
          <a:p>
            <a:pPr marL="0" lvl="0" indent="0" algn="l" rtl="0">
              <a:lnSpc>
                <a:spcPct val="90000"/>
              </a:lnSpc>
              <a:spcBef>
                <a:spcPts val="0"/>
              </a:spcBef>
              <a:spcAft>
                <a:spcPts val="0"/>
              </a:spcAft>
              <a:buClr>
                <a:schemeClr val="lt1"/>
              </a:buClr>
              <a:buSzPts val="1500"/>
              <a:buFont typeface="Arial"/>
              <a:buNone/>
            </a:pPr>
            <a:r>
              <a:rPr lang="en-US">
                <a:solidFill>
                  <a:schemeClr val="dk1"/>
                </a:solidFill>
              </a:rPr>
              <a:t>Ideas for further improvement of the solution.</a:t>
            </a:r>
            <a:endParaRPr>
              <a:solidFill>
                <a:schemeClr val="dk1"/>
              </a:solidFill>
            </a:endParaRPr>
          </a:p>
        </p:txBody>
      </p:sp>
      <p:pic>
        <p:nvPicPr>
          <p:cNvPr id="550" name="Google Shape;550;g3e23138d502_0_1337"/>
          <p:cNvPicPr preferRelativeResize="0"/>
          <p:nvPr/>
        </p:nvPicPr>
        <p:blipFill>
          <a:blip r:embed="rId3">
            <a:alphaModFix/>
          </a:blip>
          <a:stretch>
            <a:fillRect/>
          </a:stretch>
        </p:blipFill>
        <p:spPr>
          <a:xfrm>
            <a:off x="379026" y="6105425"/>
            <a:ext cx="1980568" cy="567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pic>
        <p:nvPicPr>
          <p:cNvPr id="556" name="Google Shape;556;g3e23138d502_0_1305"/>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557" name="Google Shape;557;g3e23138d502_0_1305"/>
          <p:cNvSpPr txBox="1"/>
          <p:nvPr/>
        </p:nvSpPr>
        <p:spPr>
          <a:xfrm>
            <a:off x="1221698" y="2323475"/>
            <a:ext cx="976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orbel"/>
              <a:buNone/>
            </a:pPr>
            <a:endParaRPr sz="1400" b="0" i="0" u="none" strike="noStrike" cap="none">
              <a:solidFill>
                <a:srgbClr val="000000"/>
              </a:solidFill>
              <a:latin typeface="Arial"/>
              <a:ea typeface="Arial"/>
              <a:cs typeface="Arial"/>
              <a:sym typeface="Arial"/>
            </a:endParaRPr>
          </a:p>
        </p:txBody>
      </p:sp>
      <p:sp>
        <p:nvSpPr>
          <p:cNvPr id="558" name="Google Shape;558;g3e23138d502_0_1305"/>
          <p:cNvSpPr txBox="1"/>
          <p:nvPr/>
        </p:nvSpPr>
        <p:spPr>
          <a:xfrm>
            <a:off x="1221698" y="1431561"/>
            <a:ext cx="9818700" cy="1600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559" name="TextBox 558"/>
          <p:cNvSpPr txBox="1"/>
          <p:nvPr/>
        </p:nvSpPr>
        <p:spPr>
          <a:xfrm>
            <a:off x="502920" y="841248"/>
            <a:ext cx="11155680" cy="548640"/>
          </a:xfrm>
          <a:prstGeom prst="rect">
            <a:avLst/>
          </a:prstGeom>
          <a:noFill/>
        </p:spPr>
        <p:txBody>
          <a:bodyPr wrap="square">
            <a:spAutoFit/>
          </a:bodyPr>
          <a:lstStyle/>
          <a:p>
            <a:r>
              <a:rPr sz="2000" b="1">
                <a:solidFill>
                  <a:srgbClr val="20242B"/>
                </a:solidFill>
                <a:latin typeface="Calibri"/>
              </a:rPr>
              <a:t>Roadmap, Limitations &amp; Mentor Support</a:t>
            </a:r>
          </a:p>
        </p:txBody>
      </p:sp>
      <p:sp>
        <p:nvSpPr>
          <p:cNvPr id="560" name="Rounded Rectangle 559"/>
          <p:cNvSpPr/>
          <p:nvPr/>
        </p:nvSpPr>
        <p:spPr>
          <a:xfrm>
            <a:off x="502920" y="1481328"/>
            <a:ext cx="1097280" cy="256032"/>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61" name="TextBox 560"/>
          <p:cNvSpPr txBox="1"/>
          <p:nvPr/>
        </p:nvSpPr>
        <p:spPr>
          <a:xfrm>
            <a:off x="1755648" y="1463040"/>
            <a:ext cx="9902952" cy="365760"/>
          </a:xfrm>
          <a:prstGeom prst="rect">
            <a:avLst/>
          </a:prstGeom>
          <a:noFill/>
        </p:spPr>
        <p:txBody>
          <a:bodyPr wrap="square">
            <a:spAutoFit/>
          </a:bodyPr>
          <a:lstStyle/>
          <a:p>
            <a:r>
              <a:rPr sz="1200" b="0">
                <a:solidFill>
                  <a:srgbClr val="20242B"/>
                </a:solidFill>
                <a:latin typeface="Calibri"/>
              </a:rPr>
              <a:t>Planned: Update contract · FedRand / DP / Quant · FedAvg · RDP accounting · before/after GIA demo.</a:t>
            </a:r>
          </a:p>
        </p:txBody>
      </p:sp>
      <p:sp>
        <p:nvSpPr>
          <p:cNvPr id="562" name="Rounded Rectangle 561"/>
          <p:cNvSpPr/>
          <p:nvPr/>
        </p:nvSpPr>
        <p:spPr>
          <a:xfrm>
            <a:off x="502920" y="1956816"/>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63" name="TextBox 562"/>
          <p:cNvSpPr txBox="1"/>
          <p:nvPr/>
        </p:nvSpPr>
        <p:spPr>
          <a:xfrm>
            <a:off x="1755648" y="1938528"/>
            <a:ext cx="9902952" cy="365760"/>
          </a:xfrm>
          <a:prstGeom prst="rect">
            <a:avLst/>
          </a:prstGeom>
          <a:noFill/>
        </p:spPr>
        <p:txBody>
          <a:bodyPr wrap="square">
            <a:spAutoFit/>
          </a:bodyPr>
          <a:lstStyle/>
          <a:p>
            <a:r>
              <a:rPr sz="1200" b="0">
                <a:solidFill>
                  <a:srgbClr val="20242B"/>
                </a:solidFill>
                <a:latin typeface="Calibri"/>
              </a:rPr>
              <a:t>Phase 4: Nemotron-Mini-4B + NeMo LoRA on GPU/ROCm.</a:t>
            </a:r>
          </a:p>
        </p:txBody>
      </p:sp>
      <p:sp>
        <p:nvSpPr>
          <p:cNvPr id="564" name="Rounded Rectangle 563"/>
          <p:cNvSpPr/>
          <p:nvPr/>
        </p:nvSpPr>
        <p:spPr>
          <a:xfrm>
            <a:off x="502920" y="2432304"/>
            <a:ext cx="1097280" cy="256032"/>
          </a:xfrm>
          <a:prstGeom prst="roundRect">
            <a:avLst/>
          </a:prstGeom>
          <a:solidFill>
            <a:srgbClr val="ED6C02"/>
          </a:solidFill>
          <a:ln>
            <a:noFill/>
          </a:ln>
          <a:effectLst/>
        </p:spPr>
        <p:style>
          <a:lnRef idx="1">
            <a:schemeClr val="accent1"/>
          </a:lnRef>
          <a:fillRef idx="3">
            <a:schemeClr val="accent1"/>
          </a:fillRef>
          <a:effectRef idx="2">
            <a:schemeClr val="accent1"/>
          </a:effectRef>
          <a:fontRef idx="minor">
            <a:schemeClr val="lt1"/>
          </a:fontRef>
        </p:style>
        <p:txBody>
          <a:bodyPr lIns="12700" tIns="12700" rIns="12700" bIns="12700" rtlCol="0" anchor="ctr"/>
          <a:lstStyle/>
          <a:p>
            <a:pPr algn="ctr"/>
            <a:r>
              <a:rPr sz="850" b="1">
                <a:solidFill>
                  <a:srgbClr val="FFFFFF"/>
                </a:solidFill>
                <a:latin typeface="Calibri"/>
              </a:rPr>
              <a:t>PLANNED</a:t>
            </a:r>
          </a:p>
        </p:txBody>
      </p:sp>
      <p:sp>
        <p:nvSpPr>
          <p:cNvPr id="565" name="TextBox 564"/>
          <p:cNvSpPr txBox="1"/>
          <p:nvPr/>
        </p:nvSpPr>
        <p:spPr>
          <a:xfrm>
            <a:off x="1755648" y="2414016"/>
            <a:ext cx="9902952" cy="365760"/>
          </a:xfrm>
          <a:prstGeom prst="rect">
            <a:avLst/>
          </a:prstGeom>
          <a:noFill/>
        </p:spPr>
        <p:txBody>
          <a:bodyPr wrap="square">
            <a:spAutoFit/>
          </a:bodyPr>
          <a:lstStyle/>
          <a:p>
            <a:r>
              <a:rPr sz="1200" b="0">
                <a:solidFill>
                  <a:srgbClr val="20242B"/>
                </a:solidFill>
                <a:latin typeface="Calibri"/>
              </a:rPr>
              <a:t>Phase 5: transport on NVIDIA FLARE (DXO filters + ModelController; optional Secure Aggregation); add FedPS + MTAE/OCSVM.</a:t>
            </a:r>
          </a:p>
        </p:txBody>
      </p:sp>
      <p:sp>
        <p:nvSpPr>
          <p:cNvPr id="566" name="TextBox 565"/>
          <p:cNvSpPr txBox="1"/>
          <p:nvPr/>
        </p:nvSpPr>
        <p:spPr>
          <a:xfrm>
            <a:off x="502920" y="2889504"/>
            <a:ext cx="11155680" cy="640080"/>
          </a:xfrm>
          <a:prstGeom prst="rect">
            <a:avLst/>
          </a:prstGeom>
          <a:noFill/>
        </p:spPr>
        <p:txBody>
          <a:bodyPr wrap="square">
            <a:spAutoFit/>
          </a:bodyPr>
          <a:lstStyle/>
          <a:p>
            <a:r>
              <a:rPr sz="1200" b="0">
                <a:solidFill>
                  <a:srgbClr val="6B7280"/>
                </a:solidFill>
                <a:latin typeface="Calibri"/>
              </a:rPr>
              <a:t>Limitations → fixes: text-privacy numbers unmeasured → run MIA study; Mamba-2 LoRA unverified at scale → gradient-norm validation gate; prototype metric illustrative → real fine-tuning eval.</a:t>
            </a:r>
          </a:p>
        </p:txBody>
      </p:sp>
      <p:sp>
        <p:nvSpPr>
          <p:cNvPr id="567" name="TextBox 566"/>
          <p:cNvSpPr txBox="1"/>
          <p:nvPr/>
        </p:nvSpPr>
        <p:spPr>
          <a:xfrm>
            <a:off x="502920" y="4160520"/>
            <a:ext cx="11155680" cy="320040"/>
          </a:xfrm>
          <a:prstGeom prst="rect">
            <a:avLst/>
          </a:prstGeom>
          <a:noFill/>
        </p:spPr>
        <p:txBody>
          <a:bodyPr wrap="square">
            <a:spAutoFit/>
          </a:bodyPr>
          <a:lstStyle/>
          <a:p>
            <a:pPr algn="l"/>
            <a:r>
              <a:rPr sz="1250" b="1" i="0">
                <a:solidFill>
                  <a:srgbClr val="20242B"/>
                </a:solidFill>
                <a:latin typeface="Calibri"/>
              </a:rPr>
              <a:t>Mentor support requested:</a:t>
            </a:r>
          </a:p>
        </p:txBody>
      </p:sp>
      <p:sp>
        <p:nvSpPr>
          <p:cNvPr id="568" name="TextBox 567"/>
          <p:cNvSpPr txBox="1"/>
          <p:nvPr/>
        </p:nvSpPr>
        <p:spPr>
          <a:xfrm>
            <a:off x="502920" y="4480560"/>
            <a:ext cx="11155680" cy="640080"/>
          </a:xfrm>
          <a:prstGeom prst="rect">
            <a:avLst/>
          </a:prstGeom>
          <a:noFill/>
        </p:spPr>
        <p:txBody>
          <a:bodyPr wrap="square">
            <a:spAutoFit/>
          </a:bodyPr>
          <a:lstStyle/>
          <a:p>
            <a:pPr algn="l"/>
            <a:r>
              <a:rPr sz="1200" b="0" i="0">
                <a:solidFill>
                  <a:srgbClr val="20242B"/>
                </a:solidFill>
                <a:latin typeface="Calibri"/>
              </a:rPr>
              <a:t>(1) NeMo ModelTransform LoRA vs Mamba-2 kernel ordering   (2) FLARE Secure Aggregation integration   (3) GPU access for Nemotron fine-tuning</a:t>
            </a:r>
          </a:p>
        </p:txBody>
      </p:sp>
      <p:sp>
        <p:nvSpPr>
          <p:cNvPr id="569" name="Rounded Rectangle 568"/>
          <p:cNvSpPr/>
          <p:nvPr/>
        </p:nvSpPr>
        <p:spPr>
          <a:xfrm>
            <a:off x="640080" y="5257800"/>
            <a:ext cx="2468880" cy="68580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Phase 0–3</a:t>
            </a:r>
          </a:p>
          <a:p>
            <a:pPr algn="ctr"/>
            <a:r>
              <a:rPr sz="1000" b="0">
                <a:solidFill>
                  <a:srgbClr val="20242B"/>
                </a:solidFill>
                <a:latin typeface="Calibri"/>
              </a:rPr>
              <a:t>prototype</a:t>
            </a:r>
          </a:p>
        </p:txBody>
      </p:sp>
      <p:cxnSp>
        <p:nvCxnSpPr>
          <p:cNvPr id="570" name="Connector 569"/>
          <p:cNvCxnSpPr/>
          <p:nvPr/>
        </p:nvCxnSpPr>
        <p:spPr>
          <a:xfrm>
            <a:off x="3108960" y="5600700"/>
            <a:ext cx="36576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1" name="Rounded Rectangle 570"/>
          <p:cNvSpPr/>
          <p:nvPr/>
        </p:nvSpPr>
        <p:spPr>
          <a:xfrm>
            <a:off x="3474720" y="5257800"/>
            <a:ext cx="2468880" cy="685800"/>
          </a:xfrm>
          <a:prstGeom prst="roundRect">
            <a:avLst/>
          </a:prstGeom>
          <a:solidFill>
            <a:srgbClr val="FFFFFF"/>
          </a:solidFill>
          <a:ln w="22225">
            <a:solidFill>
              <a:srgbClr val="ED6C0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Phase 4</a:t>
            </a:r>
          </a:p>
          <a:p>
            <a:pPr algn="ctr"/>
            <a:r>
              <a:rPr sz="1000" b="0">
                <a:solidFill>
                  <a:srgbClr val="20242B"/>
                </a:solidFill>
                <a:latin typeface="Calibri"/>
              </a:rPr>
              <a:t>GPU + 4B</a:t>
            </a:r>
          </a:p>
        </p:txBody>
      </p:sp>
      <p:cxnSp>
        <p:nvCxnSpPr>
          <p:cNvPr id="572" name="Connector 571"/>
          <p:cNvCxnSpPr/>
          <p:nvPr/>
        </p:nvCxnSpPr>
        <p:spPr>
          <a:xfrm>
            <a:off x="5943600" y="5600700"/>
            <a:ext cx="36576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3" name="Rounded Rectangle 572"/>
          <p:cNvSpPr/>
          <p:nvPr/>
        </p:nvSpPr>
        <p:spPr>
          <a:xfrm>
            <a:off x="6309360" y="5257800"/>
            <a:ext cx="2468880" cy="685800"/>
          </a:xfrm>
          <a:prstGeom prst="roundRect">
            <a:avLst/>
          </a:prstGeom>
          <a:solidFill>
            <a:srgbClr val="FFFFFF"/>
          </a:solidFill>
          <a:ln w="22225">
            <a:solidFill>
              <a:srgbClr val="ED6C0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Phase 5</a:t>
            </a:r>
          </a:p>
          <a:p>
            <a:pPr algn="ctr"/>
            <a:r>
              <a:rPr sz="1000" b="0">
                <a:solidFill>
                  <a:srgbClr val="20242B"/>
                </a:solidFill>
                <a:latin typeface="Calibri"/>
              </a:rPr>
              <a:t>FLARE transport</a:t>
            </a:r>
          </a:p>
        </p:txBody>
      </p:sp>
      <p:cxnSp>
        <p:nvCxnSpPr>
          <p:cNvPr id="574" name="Connector 573"/>
          <p:cNvCxnSpPr/>
          <p:nvPr/>
        </p:nvCxnSpPr>
        <p:spPr>
          <a:xfrm>
            <a:off x="8778240" y="5600700"/>
            <a:ext cx="36576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5" name="Rounded Rectangle 574"/>
          <p:cNvSpPr/>
          <p:nvPr/>
        </p:nvSpPr>
        <p:spPr>
          <a:xfrm>
            <a:off x="9144000" y="5257800"/>
            <a:ext cx="2468880" cy="685800"/>
          </a:xfrm>
          <a:prstGeom prst="roundRect">
            <a:avLst/>
          </a:prstGeom>
          <a:solidFill>
            <a:srgbClr val="FFFFFF"/>
          </a:solidFill>
          <a:ln w="22225">
            <a:solidFill>
              <a:srgbClr val="ED6C02"/>
            </a:solidFill>
          </a:ln>
          <a:effectLst/>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r>
              <a:rPr sz="1000" b="1">
                <a:solidFill>
                  <a:srgbClr val="20242B"/>
                </a:solidFill>
                <a:latin typeface="Calibri"/>
              </a:rPr>
              <a:t>Scale</a:t>
            </a:r>
          </a:p>
          <a:p>
            <a:pPr algn="ctr"/>
            <a:r>
              <a:rPr sz="1000" b="0">
                <a:solidFill>
                  <a:srgbClr val="20242B"/>
                </a:solidFill>
                <a:latin typeface="Calibri"/>
              </a:rPr>
              <a:t>3 → N sites</a:t>
            </a:r>
          </a:p>
        </p:txBody>
      </p:sp>
      <p:sp>
        <p:nvSpPr>
          <p:cNvPr id="576" name="TextBox 575"/>
          <p:cNvSpPr txBox="1"/>
          <p:nvPr/>
        </p:nvSpPr>
        <p:spPr>
          <a:xfrm>
            <a:off x="457200" y="6126480"/>
            <a:ext cx="11247120" cy="274320"/>
          </a:xfrm>
          <a:prstGeom prst="rect">
            <a:avLst/>
          </a:prstGeom>
          <a:noFill/>
        </p:spPr>
        <p:txBody>
          <a:bodyPr wrap="none">
            <a:spAutoFit/>
          </a:bodyPr>
          <a:lstStyle/>
          <a:p>
            <a:r>
              <a:rPr sz="900" b="1">
                <a:solidFill>
                  <a:srgbClr val="2E7D32"/>
                </a:solidFill>
              </a:rPr>
              <a:t>■ </a:t>
            </a:r>
            <a:r>
              <a:rPr sz="900">
                <a:solidFill>
                  <a:srgbClr val="20242B"/>
                </a:solidFill>
              </a:rPr>
              <a:t>PLANNED</a:t>
            </a:r>
            <a:r>
              <a:rPr sz="900" b="1">
                <a:solidFill>
                  <a:srgbClr val="1565C0"/>
                </a:solidFill>
              </a:rPr>
              <a:t>    ■ </a:t>
            </a:r>
            <a:r>
              <a:rPr sz="900">
                <a:solidFill>
                  <a:srgbClr val="20242B"/>
                </a:solidFill>
              </a:rPr>
              <a:t>DESIGNED</a:t>
            </a:r>
            <a:r>
              <a:rPr sz="900" b="1">
                <a:solidFill>
                  <a:srgbClr val="6B7280"/>
                </a:solidFill>
              </a:rPr>
              <a:t>    ■ </a:t>
            </a:r>
            <a:r>
              <a:rPr sz="900">
                <a:solidFill>
                  <a:srgbClr val="20242B"/>
                </a:solidFill>
              </a:rPr>
              <a:t>LITERATURE</a:t>
            </a:r>
            <a:r>
              <a:rPr sz="900" b="1">
                <a:solidFill>
                  <a:srgbClr val="ED6C02"/>
                </a:solidFill>
              </a:rPr>
              <a:t>    ■ </a:t>
            </a:r>
            <a:r>
              <a:rPr sz="900">
                <a:solidFill>
                  <a:srgbClr val="20242B"/>
                </a:solidFill>
              </a:rPr>
              <a:t>PLANNED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3e23138d502_0_1344"/>
          <p:cNvSpPr txBox="1">
            <a:spLocks noGrp="1"/>
          </p:cNvSpPr>
          <p:nvPr>
            <p:ph type="ctrTitle"/>
          </p:nvPr>
        </p:nvSpPr>
        <p:spPr>
          <a:xfrm>
            <a:off x="504337" y="994526"/>
            <a:ext cx="6427500" cy="1645800"/>
          </a:xfrm>
          <a:prstGeom prst="rect">
            <a:avLst/>
          </a:prstGeom>
          <a:noFill/>
          <a:ln>
            <a:noFill/>
          </a:ln>
        </p:spPr>
        <p:txBody>
          <a:bodyPr spcFirstLastPara="1" wrap="square" lIns="30475" tIns="15225" rIns="30475" bIns="15225" anchor="b" anchorCtr="0">
            <a:normAutofit/>
          </a:bodyPr>
          <a:lstStyle/>
          <a:p>
            <a:pPr marL="0" lvl="0" indent="0" algn="l" rtl="0">
              <a:lnSpc>
                <a:spcPct val="90000"/>
              </a:lnSpc>
              <a:spcBef>
                <a:spcPts val="0"/>
              </a:spcBef>
              <a:spcAft>
                <a:spcPts val="0"/>
              </a:spcAft>
              <a:buClr>
                <a:schemeClr val="lt1"/>
              </a:buClr>
              <a:buSzPts val="2900"/>
              <a:buFont typeface="NVIDIA Sans"/>
              <a:buNone/>
            </a:pPr>
            <a:r>
              <a:rPr lang="en-US"/>
              <a:t>Need Help? Contact Us!!</a:t>
            </a:r>
            <a:endParaRPr/>
          </a:p>
        </p:txBody>
      </p:sp>
      <p:pic>
        <p:nvPicPr>
          <p:cNvPr id="565" name="Google Shape;565;g3e23138d502_0_1344"/>
          <p:cNvPicPr preferRelativeResize="0"/>
          <p:nvPr/>
        </p:nvPicPr>
        <p:blipFill>
          <a:blip r:embed="rId3">
            <a:alphaModFix/>
          </a:blip>
          <a:stretch>
            <a:fillRect/>
          </a:stretch>
        </p:blipFill>
        <p:spPr>
          <a:xfrm>
            <a:off x="379026" y="6105425"/>
            <a:ext cx="1980568" cy="567900"/>
          </a:xfrm>
          <a:prstGeom prst="rect">
            <a:avLst/>
          </a:prstGeom>
          <a:noFill/>
          <a:ln>
            <a:noFill/>
          </a:ln>
        </p:spPr>
      </p:pic>
      <p:sp>
        <p:nvSpPr>
          <p:cNvPr id="566" name="Google Shape;566;g3e23138d502_0_1344"/>
          <p:cNvSpPr txBox="1">
            <a:spLocks noGrp="1"/>
          </p:cNvSpPr>
          <p:nvPr>
            <p:ph type="subTitle" idx="1"/>
          </p:nvPr>
        </p:nvSpPr>
        <p:spPr>
          <a:xfrm>
            <a:off x="504333" y="2881692"/>
            <a:ext cx="8066400" cy="567900"/>
          </a:xfrm>
          <a:prstGeom prst="rect">
            <a:avLst/>
          </a:prstGeom>
          <a:noFill/>
          <a:ln>
            <a:noFill/>
          </a:ln>
        </p:spPr>
        <p:txBody>
          <a:bodyPr spcFirstLastPara="1" wrap="square" lIns="30475" tIns="15225" rIns="30475" bIns="15225" anchor="t" anchorCtr="0">
            <a:normAutofit/>
          </a:bodyPr>
          <a:lstStyle/>
          <a:p>
            <a:pPr marL="0" lvl="0" indent="0" algn="l" rtl="0">
              <a:lnSpc>
                <a:spcPct val="90000"/>
              </a:lnSpc>
              <a:spcBef>
                <a:spcPts val="0"/>
              </a:spcBef>
              <a:spcAft>
                <a:spcPts val="0"/>
              </a:spcAft>
              <a:buClr>
                <a:schemeClr val="lt1"/>
              </a:buClr>
              <a:buSzPts val="1500"/>
              <a:buNone/>
            </a:pPr>
            <a:endParaRPr>
              <a:solidFill>
                <a:schemeClr val="dk1"/>
              </a:solidFill>
            </a:endParaRPr>
          </a:p>
          <a:p>
            <a:pPr marL="0" lvl="0" indent="0" algn="l" rtl="0">
              <a:lnSpc>
                <a:spcPct val="90000"/>
              </a:lnSpc>
              <a:spcBef>
                <a:spcPts val="0"/>
              </a:spcBef>
              <a:spcAft>
                <a:spcPts val="0"/>
              </a:spcAft>
              <a:buClr>
                <a:schemeClr val="lt1"/>
              </a:buClr>
              <a:buSzPts val="1500"/>
              <a:buNone/>
            </a:pPr>
            <a:r>
              <a:rPr lang="en-US">
                <a:solidFill>
                  <a:schemeClr val="dk1"/>
                </a:solidFill>
              </a:rPr>
              <a:t>Join the Slack Workspace </a:t>
            </a:r>
            <a:r>
              <a:rPr lang="en-US" u="sng">
                <a:solidFill>
                  <a:schemeClr val="hlink"/>
                </a:solidFill>
                <a:hlinkClick r:id="rId4"/>
              </a:rPr>
              <a:t>here</a:t>
            </a:r>
            <a:endParaRPr>
              <a:solidFill>
                <a:schemeClr val="dk1"/>
              </a:solidFill>
            </a:endParaRPr>
          </a:p>
        </p:txBody>
      </p:sp>
      <p:pic>
        <p:nvPicPr>
          <p:cNvPr id="567" name="Google Shape;567;g3e23138d502_0_1344" title="slack_workspace_qr_code.png"/>
          <p:cNvPicPr preferRelativeResize="0"/>
          <p:nvPr/>
        </p:nvPicPr>
        <p:blipFill>
          <a:blip r:embed="rId5">
            <a:alphaModFix/>
          </a:blip>
          <a:stretch>
            <a:fillRect/>
          </a:stretch>
        </p:blipFill>
        <p:spPr>
          <a:xfrm>
            <a:off x="3852051" y="3084024"/>
            <a:ext cx="3079775" cy="30797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1294</Words>
  <Application>Microsoft Office PowerPoint</Application>
  <PresentationFormat>Widescreen</PresentationFormat>
  <Paragraphs>190</Paragraphs>
  <Slides>15</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Arial</vt:lpstr>
      <vt:lpstr>Roboto Mono</vt:lpstr>
      <vt:lpstr>Calibri</vt:lpstr>
      <vt:lpstr>Corbel</vt:lpstr>
      <vt:lpstr>NVIDIA Sans</vt:lpstr>
      <vt:lpstr>NVIDIA Sans Light</vt:lpstr>
      <vt:lpstr>NVIDIA Sans Medium</vt:lpstr>
      <vt:lpstr>Simple Light</vt:lpstr>
      <vt:lpstr>Title Only</vt:lpstr>
      <vt:lpstr>FedNeMo — Privacy-Preserving Federated Fine-Tuning of Nemotron for Healthcare</vt:lpstr>
      <vt:lpstr>Contents:   Team introduction AI Use-case Tech Stack Roadmap  Instructions:   Teams can use more than one slide per section. Teams should restrict the total number of slides to a maximum of 15. Teams can add optional points which they believe would support their application.  Please submit the presentations prior to the application deadline. Keep it simple and to the point for the reviewers to make judgement.   </vt:lpstr>
      <vt:lpstr>TEAM INTRODUCTION</vt:lpstr>
      <vt:lpstr>PowerPoint Presentation</vt:lpstr>
      <vt:lpstr>AI Use Case</vt:lpstr>
      <vt:lpstr>PowerPoint Presentation</vt:lpstr>
      <vt:lpstr>PowerPoint Presentation</vt:lpstr>
      <vt:lpstr>PowerPoint Presentation</vt:lpstr>
      <vt:lpstr>PowerPoint Presentation</vt:lpstr>
      <vt:lpstr>Tech Stack</vt:lpstr>
      <vt:lpstr>PowerPoint Presentation</vt:lpstr>
      <vt:lpstr>PowerPoint Presentation</vt:lpstr>
      <vt:lpstr>Road Map</vt:lpstr>
      <vt:lpstr>PowerPoint Presentation</vt:lpstr>
      <vt:lpstr>Need Help? Contact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Nidhiya V Raj</dc:creator>
  <cp:lastModifiedBy>Aayush Deshpande</cp:lastModifiedBy>
  <cp:revision>1</cp:revision>
  <dcterms:created xsi:type="dcterms:W3CDTF">2019-09-28T12:46:47Z</dcterms:created>
  <dcterms:modified xsi:type="dcterms:W3CDTF">2026-06-18T18:35:59Z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nidhiyar@nvidia.com</vt:lpwstr>
  </property>
  <property fmtid="{D5CDD505-2E9C-101B-9397-08002B2CF9AE}" pid="5" name="MSIP_Label_6b558183-044c-4105-8d9c-cea02a2a3d86_SetDate">
    <vt:lpwstr>2019-09-28T14:20:52.5765701Z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ActionId">
    <vt:lpwstr>a107ad97-cbad-4e34-83f0-e134e89e228c</vt:lpwstr>
  </property>
  <property fmtid="{D5CDD505-2E9C-101B-9397-08002B2CF9AE}" pid="9" name="MSIP_Label_6b558183-044c-4105-8d9c-cea02a2a3d86_Extended_MSFT_Method">
    <vt:lpwstr>Automatic</vt:lpwstr>
  </property>
  <property fmtid="{D5CDD505-2E9C-101B-9397-08002B2CF9AE}" pid="10" name="Sensitivity">
    <vt:lpwstr>Unrestricted</vt:lpwstr>
  </property>
  <property fmtid="{D5CDD505-2E9C-101B-9397-08002B2CF9AE}" pid="11" name="ContentTypeId">
    <vt:lpwstr>0x0101006F0A470EEB1140E7AA14F4CE8A50B54C0001CB1477F4DD432AA86DD56CC3887AF400571D2A426BF4BD44854A199F0CB95243</vt:lpwstr>
  </property>
  <property fmtid="{D5CDD505-2E9C-101B-9397-08002B2CF9AE}" pid="12" name="SAEFSecurityClassification">
    <vt:lpwstr>1;#Confidential|e4bc29b2-6e76-48cc-b090-8b544c0802ae</vt:lpwstr>
  </property>
</Properties>
</file>