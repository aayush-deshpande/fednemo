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7" r:id="rId39"/>
    <p:sldId id="268" r:id="rId40"/>
    <p:sldId id="262" r:id="rId13"/>
    <p:sldId id="263" r:id="rId14"/>
    <p:sldId id="269" r:id="rId41"/>
    <p:sldId id="264" r:id="rId15"/>
    <p:sldId id="265" r:id="rId16"/>
    <p:sldId id="266" r:id="rId17"/>
  </p:sldIdLst>
  <p:sldSz cy="6858000" cx="12192000"/>
  <p:notesSz cx="6858000" cy="9144000"/>
  <p:embeddedFontLst>
    <p:embeddedFont>
      <p:font typeface="NVIDIA Sans"/>
      <p:regular r:id="rId18"/>
      <p:bold r:id="rId19"/>
      <p:italic r:id="rId20"/>
      <p:boldItalic r:id="rId21"/>
    </p:embeddedFont>
    <p:embeddedFont>
      <p:font typeface="NVIDIA Sans Medium"/>
      <p:regular r:id="rId22"/>
      <p:bold r:id="rId23"/>
      <p:italic r:id="rId24"/>
      <p:boldItalic r:id="rId25"/>
    </p:embeddedFont>
    <p:embeddedFont>
      <p:font typeface="Corbel"/>
      <p:regular r:id="rId26"/>
      <p:bold r:id="rId27"/>
      <p:italic r:id="rId28"/>
      <p:boldItalic r:id="rId29"/>
    </p:embeddedFont>
    <p:embeddedFont>
      <p:font typeface="Roboto Mono"/>
      <p:regular r:id="rId30"/>
      <p:bold r:id="rId31"/>
      <p:italic r:id="rId32"/>
      <p:boldItalic r:id="rId33"/>
    </p:embeddedFont>
    <p:embeddedFont>
      <p:font typeface="NVIDIA Sans Light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8" roundtripDataSignature="AMtx7mjghv931YB61QTuEPt4dJZuYIlS0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D3FFA9B-246F-4C0F-8591-A0DC39B6F5D1}">
  <a:tblStyle styleId="{5D3FFA9B-246F-4C0F-8591-A0DC39B6F5D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font" Target="fonts/NVIDIASans-regular.fntdata"/><Relationship Id="rId19" Type="http://schemas.openxmlformats.org/officeDocument/2006/relationships/font" Target="fonts/NVIDIASans-bold.fntdata"/><Relationship Id="rId20" Type="http://schemas.openxmlformats.org/officeDocument/2006/relationships/font" Target="fonts/NVIDIASans-italic.fntdata"/><Relationship Id="rId21" Type="http://schemas.openxmlformats.org/officeDocument/2006/relationships/font" Target="fonts/NVIDIASans-boldItalic.fntdata"/><Relationship Id="rId22" Type="http://schemas.openxmlformats.org/officeDocument/2006/relationships/font" Target="fonts/NVIDIASansMedium-regular.fntdata"/><Relationship Id="rId23" Type="http://schemas.openxmlformats.org/officeDocument/2006/relationships/font" Target="fonts/NVIDIASansMedium-bold.fntdata"/><Relationship Id="rId24" Type="http://schemas.openxmlformats.org/officeDocument/2006/relationships/font" Target="fonts/NVIDIASansMedium-italic.fntdata"/><Relationship Id="rId25" Type="http://schemas.openxmlformats.org/officeDocument/2006/relationships/font" Target="fonts/NVIDIASansMedium-boldItalic.fntdata"/><Relationship Id="rId26" Type="http://schemas.openxmlformats.org/officeDocument/2006/relationships/font" Target="fonts/Corbel-regular.fntdata"/><Relationship Id="rId27" Type="http://schemas.openxmlformats.org/officeDocument/2006/relationships/font" Target="fonts/Corbel-bold.fntdata"/><Relationship Id="rId28" Type="http://schemas.openxmlformats.org/officeDocument/2006/relationships/font" Target="fonts/Corbel-italic.fntdata"/><Relationship Id="rId29" Type="http://schemas.openxmlformats.org/officeDocument/2006/relationships/font" Target="fonts/Corbel-boldItalic.fntdata"/><Relationship Id="rId30" Type="http://schemas.openxmlformats.org/officeDocument/2006/relationships/font" Target="fonts/RobotoMono-regular.fntdata"/><Relationship Id="rId31" Type="http://schemas.openxmlformats.org/officeDocument/2006/relationships/font" Target="fonts/RobotoMono-bold.fntdata"/><Relationship Id="rId32" Type="http://schemas.openxmlformats.org/officeDocument/2006/relationships/font" Target="fonts/RobotoMono-italic.fntdata"/><Relationship Id="rId33" Type="http://schemas.openxmlformats.org/officeDocument/2006/relationships/font" Target="fonts/RobotoMono-boldItalic.fntdata"/><Relationship Id="rId34" Type="http://schemas.openxmlformats.org/officeDocument/2006/relationships/font" Target="fonts/NVIDIASansLight-regular.fntdata"/><Relationship Id="rId35" Type="http://schemas.openxmlformats.org/officeDocument/2006/relationships/font" Target="fonts/NVIDIASansLight-bold.fntdata"/><Relationship Id="rId36" Type="http://schemas.openxmlformats.org/officeDocument/2006/relationships/font" Target="fonts/NVIDIASansLight-italic.fntdata"/><Relationship Id="rId37" Type="http://schemas.openxmlformats.org/officeDocument/2006/relationships/font" Target="fonts/NVIDIASansLight-boldItalic.fntdata"/><Relationship Id="rId38" Type="http://customschemas.google.com/relationships/presentationmetadata" Target="metadata"/><Relationship Id="rId39" Type="http://schemas.openxmlformats.org/officeDocument/2006/relationships/slide" Target="slides/slide12.xml"/><Relationship Id="rId40" Type="http://schemas.openxmlformats.org/officeDocument/2006/relationships/slide" Target="slides/slide13.xml"/><Relationship Id="rId4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3e23138d502_0_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9" name="Google Shape;479;g3e23138d502_0_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g3e23138d502_0_3:notes"/>
          <p:cNvSpPr txBox="1"/>
          <p:nvPr>
            <p:ph idx="12" type="sldNum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3e23138d502_0_8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7" name="Google Shape;487;g3e23138d502_0_8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g3e23138d502_0_846:notes"/>
          <p:cNvSpPr txBox="1"/>
          <p:nvPr>
            <p:ph idx="12" type="sldNum"/>
          </p:nvPr>
        </p:nvSpPr>
        <p:spPr>
          <a:xfrm>
            <a:off x="0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3e23138d502_0_13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4" name="Google Shape;494;g3e23138d502_0_13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g3e23138d502_0_1314:notes"/>
          <p:cNvSpPr txBox="1"/>
          <p:nvPr>
            <p:ph idx="12" type="sldNum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3e23138d502_0_12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g3e23138d502_0_127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g3e23138d502_0_1272:notes"/>
          <p:cNvSpPr txBox="1"/>
          <p:nvPr>
            <p:ph idx="12" type="sldNum"/>
          </p:nvPr>
        </p:nvSpPr>
        <p:spPr>
          <a:xfrm>
            <a:off x="0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e23138d502_0_13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1" name="Google Shape;511;g3e23138d502_0_13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g3e23138d502_0_1321:notes"/>
          <p:cNvSpPr txBox="1"/>
          <p:nvPr>
            <p:ph idx="12" type="sldNum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e23138d502_0_128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3e23138d502_0_128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Teams are recommended to be as much descriptive as possible and highlight the methodology clearly. 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Teams are recommended to expand on this topic and use as many slides as you prefer.</a:t>
            </a:r>
            <a:endParaRPr/>
          </a:p>
        </p:txBody>
      </p:sp>
      <p:sp>
        <p:nvSpPr>
          <p:cNvPr id="520" name="Google Shape;520;g3e23138d502_0_1283:notes"/>
          <p:cNvSpPr txBox="1"/>
          <p:nvPr>
            <p:ph idx="12" type="sldNum"/>
          </p:nvPr>
        </p:nvSpPr>
        <p:spPr>
          <a:xfrm>
            <a:off x="0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3e23138d502_0_13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9" name="Google Shape;529;g3e23138d502_0_13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g3e23138d502_0_1328:notes"/>
          <p:cNvSpPr txBox="1"/>
          <p:nvPr>
            <p:ph idx="12" type="sldNum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3e23138d502_0_129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7" name="Google Shape;537;g3e23138d502_0_129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g3e23138d502_0_1296:notes"/>
          <p:cNvSpPr txBox="1"/>
          <p:nvPr>
            <p:ph idx="12" type="sldNum"/>
          </p:nvPr>
        </p:nvSpPr>
        <p:spPr>
          <a:xfrm>
            <a:off x="0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3e23138d502_0_13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5" name="Google Shape;545;g3e23138d502_0_13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g3e23138d502_0_1337:notes"/>
          <p:cNvSpPr txBox="1"/>
          <p:nvPr>
            <p:ph idx="12" type="sldNum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3e23138d502_0_130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3" name="Google Shape;553;g3e23138d502_0_130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Teams are recommended to be as much descriptive as possible. 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Teams are recommended to expand on this topic and use as many slides as you prefer.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g3e23138d502_0_1305:notes"/>
          <p:cNvSpPr txBox="1"/>
          <p:nvPr>
            <p:ph idx="12" type="sldNum"/>
          </p:nvPr>
        </p:nvSpPr>
        <p:spPr>
          <a:xfrm>
            <a:off x="0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e23138d502_0_13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1" name="Google Shape;561;g3e23138d502_0_134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g3e23138d502_0_1344:notes"/>
          <p:cNvSpPr txBox="1"/>
          <p:nvPr>
            <p:ph idx="12" type="sldNum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Relationship Id="rId3" Type="http://schemas.openxmlformats.org/officeDocument/2006/relationships/image" Target="../media/image17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jpg"/><Relationship Id="rId3" Type="http://schemas.openxmlformats.org/officeDocument/2006/relationships/image" Target="../media/image17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jp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jp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jp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jp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jp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jp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jpg"/><Relationship Id="rId3" Type="http://schemas.openxmlformats.org/officeDocument/2006/relationships/image" Target="../media/image17.pn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Title Slide " showMasterSp="0">
  <p:cSld name="11_Title Slide 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g279cdef50ac_0_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98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g279cdef50ac_0_45"/>
          <p:cNvSpPr txBox="1"/>
          <p:nvPr>
            <p:ph idx="1" type="subTitle"/>
          </p:nvPr>
        </p:nvSpPr>
        <p:spPr>
          <a:xfrm>
            <a:off x="481821" y="2611098"/>
            <a:ext cx="99696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Autofit/>
          </a:bodyPr>
          <a:lstStyle>
            <a:lvl1pPr lv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Arial"/>
              <a:buNone/>
              <a:defRPr b="0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▪"/>
              <a:defRPr/>
            </a:lvl2pPr>
            <a:lvl3pPr lvl="2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▪"/>
              <a:defRPr/>
            </a:lvl3pPr>
            <a:lvl4pPr lvl="3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Char char="»"/>
              <a:defRPr/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Char char="»"/>
              <a:defRPr/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Char char="»"/>
              <a:defRPr/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Char char="»"/>
              <a:defRPr/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Char char="»"/>
              <a:defRPr/>
            </a:lvl9pPr>
          </a:lstStyle>
          <a:p/>
        </p:txBody>
      </p:sp>
      <p:sp>
        <p:nvSpPr>
          <p:cNvPr id="16" name="Google Shape;16;g279cdef50ac_0_45"/>
          <p:cNvSpPr txBox="1"/>
          <p:nvPr>
            <p:ph type="title"/>
          </p:nvPr>
        </p:nvSpPr>
        <p:spPr>
          <a:xfrm>
            <a:off x="481821" y="1019091"/>
            <a:ext cx="9969600" cy="1577400"/>
          </a:xfrm>
          <a:prstGeom prst="rect">
            <a:avLst/>
          </a:prstGeom>
          <a:noFill/>
          <a:ln>
            <a:noFill/>
          </a:ln>
        </p:spPr>
        <p:txBody>
          <a:bodyPr anchorCtr="0" anchor="b" bIns="50775" lIns="101575" spcFirstLastPara="1" rIns="101575" wrap="square" tIns="507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0" sz="58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grpSp>
        <p:nvGrpSpPr>
          <p:cNvPr id="17" name="Google Shape;17;g279cdef50ac_0_45"/>
          <p:cNvGrpSpPr/>
          <p:nvPr/>
        </p:nvGrpSpPr>
        <p:grpSpPr>
          <a:xfrm>
            <a:off x="-31192" y="0"/>
            <a:ext cx="207765" cy="6857939"/>
            <a:chOff x="311342" y="0"/>
            <a:chExt cx="401400" cy="6172207"/>
          </a:xfrm>
        </p:grpSpPr>
        <p:sp>
          <p:nvSpPr>
            <p:cNvPr id="18" name="Google Shape;18;g279cdef50ac_0_45"/>
            <p:cNvSpPr/>
            <p:nvPr/>
          </p:nvSpPr>
          <p:spPr>
            <a:xfrm>
              <a:off x="311342" y="4638907"/>
              <a:ext cx="401400" cy="1533300"/>
            </a:xfrm>
            <a:prstGeom prst="rect">
              <a:avLst/>
            </a:prstGeom>
            <a:solidFill>
              <a:srgbClr val="F1562D"/>
            </a:solidFill>
            <a:ln>
              <a:noFill/>
            </a:ln>
          </p:spPr>
          <p:txBody>
            <a:bodyPr anchorCtr="0" anchor="ctr" bIns="50775" lIns="101575" spcFirstLastPara="1" rIns="101575" wrap="square" tIns="50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g279cdef50ac_0_45"/>
            <p:cNvSpPr/>
            <p:nvPr/>
          </p:nvSpPr>
          <p:spPr>
            <a:xfrm>
              <a:off x="311342" y="0"/>
              <a:ext cx="401400" cy="5346300"/>
            </a:xfrm>
            <a:prstGeom prst="rect">
              <a:avLst/>
            </a:prstGeom>
            <a:solidFill>
              <a:srgbClr val="298EC2"/>
            </a:solidFill>
            <a:ln>
              <a:noFill/>
            </a:ln>
          </p:spPr>
          <p:txBody>
            <a:bodyPr anchorCtr="0" anchor="ctr" bIns="50775" lIns="101575" spcFirstLastPara="1" rIns="101575" wrap="square" tIns="50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0" name="Google Shape;20;g279cdef50ac_0_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5379" y="5885384"/>
            <a:ext cx="1926036" cy="71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279cdef50ac_0_4"/>
          <p:cNvSpPr txBox="1"/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23" name="Google Shape;23;g279cdef50ac_0_4"/>
          <p:cNvSpPr txBox="1"/>
          <p:nvPr>
            <p:ph idx="1" type="subTitle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24" name="Google Shape;24;g279cdef50ac_0_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279cdef50ac_0_8"/>
          <p:cNvSpPr txBox="1"/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7" name="Google Shape;27;g279cdef50ac_0_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279cdef50ac_0_11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30" name="Google Shape;30;g279cdef50ac_0_11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31" name="Google Shape;31;g279cdef50ac_0_1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279cdef50ac_0_15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34" name="Google Shape;34;g279cdef50ac_0_15"/>
          <p:cNvSpPr txBox="1"/>
          <p:nvPr>
            <p:ph idx="1" type="body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5" name="Google Shape;35;g279cdef50ac_0_15"/>
          <p:cNvSpPr txBox="1"/>
          <p:nvPr>
            <p:ph idx="2" type="body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6" name="Google Shape;36;g279cdef50ac_0_1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279cdef50ac_0_20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39" name="Google Shape;39;g279cdef50ac_0_2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279cdef50ac_0_23"/>
          <p:cNvSpPr txBox="1"/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42" name="Google Shape;42;g279cdef50ac_0_23"/>
          <p:cNvSpPr txBox="1"/>
          <p:nvPr>
            <p:ph idx="1" type="body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43" name="Google Shape;43;g279cdef50ac_0_2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279cdef50ac_0_27"/>
          <p:cNvSpPr txBox="1"/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46" name="Google Shape;46;g279cdef50ac_0_2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279cdef50ac_0_30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g279cdef50ac_0_30"/>
          <p:cNvSpPr txBox="1"/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50" name="Google Shape;50;g279cdef50ac_0_30"/>
          <p:cNvSpPr txBox="1"/>
          <p:nvPr>
            <p:ph idx="1" type="subTitle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1" name="Google Shape;51;g279cdef50ac_0_30"/>
          <p:cNvSpPr txBox="1"/>
          <p:nvPr>
            <p:ph idx="2" type="body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52" name="Google Shape;52;g279cdef50ac_0_3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279cdef50ac_0_36"/>
          <p:cNvSpPr txBox="1"/>
          <p:nvPr>
            <p:ph idx="1" type="body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55" name="Google Shape;55;g279cdef50ac_0_3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79cdef50ac_0_39"/>
          <p:cNvSpPr txBox="1"/>
          <p:nvPr>
            <p:ph hasCustomPrompt="1" type="title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58" name="Google Shape;58;g279cdef50ac_0_39"/>
          <p:cNvSpPr txBox="1"/>
          <p:nvPr>
            <p:ph idx="1" type="body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59" name="Google Shape;59;g279cdef50ac_0_3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279cdef50ac_0_4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green and white background&#10;&#10;Description automatically generated" id="63" name="Google Shape;63;g3e23138d502_0_4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1998" cy="68579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graphics, logo, symbol, graphic design&#10;&#10;Description automatically generated" id="64" name="Google Shape;64;g3e23138d502_0_4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2042" y="257844"/>
            <a:ext cx="2788663" cy="960771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g3e23138d502_0_420"/>
          <p:cNvSpPr txBox="1"/>
          <p:nvPr>
            <p:ph type="ctrTitle"/>
          </p:nvPr>
        </p:nvSpPr>
        <p:spPr>
          <a:xfrm>
            <a:off x="504337" y="994526"/>
            <a:ext cx="64275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NVIDIA Sans"/>
              <a:buNone/>
              <a:defRPr b="1" sz="2900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66" name="Google Shape;66;g3e23138d502_0_420"/>
          <p:cNvSpPr txBox="1"/>
          <p:nvPr>
            <p:ph idx="1" type="subTitle"/>
          </p:nvPr>
        </p:nvSpPr>
        <p:spPr>
          <a:xfrm>
            <a:off x="504337" y="2647242"/>
            <a:ext cx="6427500" cy="5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rmAutofit/>
          </a:bodyPr>
          <a:lstStyle>
            <a:lvl1pPr lvl="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lvl="1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VIDIA Sans"/>
              <a:buNone/>
              <a:defRPr b="0" i="0" sz="20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lvl="2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None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lvl="3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VIDIA Sans"/>
              <a:buNone/>
              <a:defRPr b="0" i="0" sz="16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lvl="4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VIDIA Sans"/>
              <a:buNone/>
              <a:defRPr b="0" i="0" sz="16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lvl="5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VIDIA Sans"/>
              <a:buNone/>
              <a:defRPr b="0" i="0" sz="16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lvl="6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VIDIA Sans"/>
              <a:buNone/>
              <a:defRPr b="0" i="0" sz="16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lvl="7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VIDIA Sans"/>
              <a:buNone/>
              <a:defRPr b="0" i="0" sz="16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lvl="8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VIDIA Sans"/>
              <a:buNone/>
              <a:defRPr b="0" i="0" sz="16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">
  <p:cSld name="Transition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lose-up of green and white&#10;&#10;Description automatically generated" id="73" name="Google Shape;73;g3e23138d502_0_85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1998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g3e23138d502_0_858"/>
          <p:cNvSpPr txBox="1"/>
          <p:nvPr>
            <p:ph idx="1" type="body"/>
          </p:nvPr>
        </p:nvSpPr>
        <p:spPr>
          <a:xfrm>
            <a:off x="491289" y="621745"/>
            <a:ext cx="6159000" cy="1981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VIDIA Sans"/>
              <a:buNone/>
              <a:defRPr b="1" i="0" sz="30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NVIDIA Sans"/>
              <a:buNone/>
              <a:defRPr b="1" i="0" sz="27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NVIDIA Sans"/>
              <a:buNone/>
              <a:defRPr b="1" i="0" sz="27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NVIDIA Sans"/>
              <a:buNone/>
              <a:defRPr b="1" i="0" sz="27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NVIDIA Sans"/>
              <a:buNone/>
              <a:defRPr b="1" i="0" sz="27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75" name="Google Shape;75;g3e23138d502_0_858"/>
          <p:cNvSpPr/>
          <p:nvPr/>
        </p:nvSpPr>
        <p:spPr>
          <a:xfrm>
            <a:off x="0" y="0"/>
            <a:ext cx="189000" cy="2499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15225" lIns="30475" spcFirstLastPara="1" rIns="30475" wrap="square" tIns="152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nt Testing Layout">
  <p:cSld name="Font Testing Layou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e23138d502_0_862"/>
          <p:cNvSpPr txBox="1"/>
          <p:nvPr>
            <p:ph type="title"/>
          </p:nvPr>
        </p:nvSpPr>
        <p:spPr>
          <a:xfrm>
            <a:off x="838200" y="0"/>
            <a:ext cx="10515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VIDIA Sans"/>
              <a:buNone/>
              <a:defRPr b="1" sz="2400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78" name="Google Shape;78;g3e23138d502_0_862"/>
          <p:cNvSpPr txBox="1"/>
          <p:nvPr>
            <p:ph idx="1" type="body"/>
          </p:nvPr>
        </p:nvSpPr>
        <p:spPr>
          <a:xfrm>
            <a:off x="838200" y="829056"/>
            <a:ext cx="105156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VIDIA Sans"/>
              <a:buNone/>
              <a:defRPr b="0" i="0" sz="1600" u="none" cap="none" strike="noStrik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79" name="Google Shape;79;g3e23138d502_0_862"/>
          <p:cNvSpPr txBox="1"/>
          <p:nvPr>
            <p:ph idx="2" type="body"/>
          </p:nvPr>
        </p:nvSpPr>
        <p:spPr>
          <a:xfrm>
            <a:off x="838200" y="1615440"/>
            <a:ext cx="10515600" cy="45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32385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VIDIA Sans"/>
              <a:buChar char="•"/>
              <a:defRPr b="0" i="0" sz="15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31115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VIDIA Sans"/>
              <a:buChar char="•"/>
              <a:defRPr b="0" i="0" sz="13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3048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VIDIA Sans"/>
              <a:buChar char="•"/>
              <a:defRPr b="0" i="0" sz="12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9845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VIDIA Sans"/>
              <a:buChar char="•"/>
              <a:defRPr b="0" i="0" sz="11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8575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VIDIA Sans"/>
              <a:buChar char="•"/>
              <a:defRPr b="0" i="0" sz="9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80" name="Google Shape;80;g3e23138d502_0_862"/>
          <p:cNvSpPr/>
          <p:nvPr/>
        </p:nvSpPr>
        <p:spPr>
          <a:xfrm>
            <a:off x="5000307" y="3518841"/>
            <a:ext cx="3673500" cy="2497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b" bIns="15225" lIns="30475" spcFirstLastPara="1" rIns="30475" wrap="square" tIns="152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200" u="none" cap="none" strike="noStrike">
              <a:solidFill>
                <a:schemeClr val="dk1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  <p:pic>
        <p:nvPicPr>
          <p:cNvPr id="81" name="Google Shape;81;g3e23138d502_0_86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29141" y="3518841"/>
            <a:ext cx="3674172" cy="2621506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g3e23138d502_0_862"/>
          <p:cNvSpPr txBox="1"/>
          <p:nvPr>
            <p:ph idx="3" type="body"/>
          </p:nvPr>
        </p:nvSpPr>
        <p:spPr>
          <a:xfrm>
            <a:off x="5317265" y="3713813"/>
            <a:ext cx="3090900" cy="8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NVIDIA Sans"/>
              <a:buNone/>
              <a:defRPr b="1" i="0" sz="32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NVIDIA Sans"/>
              <a:buNone/>
              <a:defRPr b="1" i="0" sz="32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NVIDIA Sans"/>
              <a:buNone/>
              <a:defRPr b="1" i="0" sz="32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NVIDIA Sans"/>
              <a:buNone/>
              <a:defRPr b="1" i="0" sz="32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NVIDIA Sans"/>
              <a:buNone/>
              <a:defRPr b="1" i="0" sz="32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83" name="Google Shape;83;g3e23138d502_0_862"/>
          <p:cNvSpPr txBox="1"/>
          <p:nvPr>
            <p:ph idx="4" type="body"/>
          </p:nvPr>
        </p:nvSpPr>
        <p:spPr>
          <a:xfrm>
            <a:off x="5317265" y="4576671"/>
            <a:ext cx="3090900" cy="8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NVIDIA Sans"/>
              <a:buNone/>
              <a:defRPr b="0" i="0" sz="32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NVIDIA Sans"/>
              <a:buNone/>
              <a:defRPr b="1" i="0" sz="32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NVIDIA Sans"/>
              <a:buNone/>
              <a:defRPr b="1" i="0" sz="32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NVIDIA Sans"/>
              <a:buNone/>
              <a:defRPr b="1" i="0" sz="32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NVIDIA Sans"/>
              <a:buNone/>
              <a:defRPr b="1" i="0" sz="32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title, Bullets">
  <p:cSld name="Title, Subtitle, Bullets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e23138d502_0_870"/>
          <p:cNvSpPr txBox="1"/>
          <p:nvPr>
            <p:ph type="title"/>
          </p:nvPr>
        </p:nvSpPr>
        <p:spPr>
          <a:xfrm>
            <a:off x="838200" y="0"/>
            <a:ext cx="10515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VIDIA Sans"/>
              <a:buNone/>
              <a:defRPr b="1" sz="2400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86" name="Google Shape;86;g3e23138d502_0_870"/>
          <p:cNvSpPr txBox="1"/>
          <p:nvPr>
            <p:ph idx="1" type="body"/>
          </p:nvPr>
        </p:nvSpPr>
        <p:spPr>
          <a:xfrm>
            <a:off x="838200" y="829056"/>
            <a:ext cx="105156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VIDIA Sans"/>
              <a:buNone/>
              <a:defRPr b="0" i="0" sz="1600" u="none" cap="none" strike="noStrik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87" name="Google Shape;87;g3e23138d502_0_870"/>
          <p:cNvSpPr txBox="1"/>
          <p:nvPr>
            <p:ph idx="2" type="body"/>
          </p:nvPr>
        </p:nvSpPr>
        <p:spPr>
          <a:xfrm>
            <a:off x="838200" y="1615440"/>
            <a:ext cx="10515600" cy="45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32385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VIDIA Sans"/>
              <a:buChar char="•"/>
              <a:defRPr b="0" i="0" sz="15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31115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VIDIA Sans"/>
              <a:buChar char="•"/>
              <a:defRPr b="0" i="0" sz="13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3048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VIDIA Sans"/>
              <a:buChar char="•"/>
              <a:defRPr b="0" i="0" sz="12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9845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VIDIA Sans"/>
              <a:buChar char="•"/>
              <a:defRPr b="0" i="0" sz="11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8575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VIDIA Sans"/>
              <a:buChar char="•"/>
              <a:defRPr b="0" i="0" sz="9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Left NO SUBTITLE - Image Right">
  <p:cSld name="Text Left NO SUBTITLE - Image Righ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e23138d502_0_874"/>
          <p:cNvSpPr/>
          <p:nvPr/>
        </p:nvSpPr>
        <p:spPr>
          <a:xfrm>
            <a:off x="10988040" y="6309360"/>
            <a:ext cx="1203900" cy="548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5225" lIns="30475" spcFirstLastPara="1" rIns="30475" wrap="square" tIns="152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  <p:sp>
        <p:nvSpPr>
          <p:cNvPr id="90" name="Google Shape;90;g3e23138d502_0_874"/>
          <p:cNvSpPr txBox="1"/>
          <p:nvPr>
            <p:ph type="title"/>
          </p:nvPr>
        </p:nvSpPr>
        <p:spPr>
          <a:xfrm>
            <a:off x="865632" y="406259"/>
            <a:ext cx="4879800" cy="11220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rmAutofit/>
          </a:bodyPr>
          <a:lstStyle>
            <a:lvl1pPr lv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VIDIA Sans"/>
              <a:buNone/>
              <a:defRPr b="1" sz="2400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20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91" name="Google Shape;91;g3e23138d502_0_874"/>
          <p:cNvSpPr txBox="1"/>
          <p:nvPr>
            <p:ph idx="1" type="body"/>
          </p:nvPr>
        </p:nvSpPr>
        <p:spPr>
          <a:xfrm>
            <a:off x="865632" y="2329397"/>
            <a:ext cx="4879800" cy="37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32385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VIDIA Sans"/>
              <a:buChar char="•"/>
              <a:defRPr b="0" i="0" sz="15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31115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VIDIA Sans"/>
              <a:buChar char="•"/>
              <a:defRPr b="0" i="0" sz="13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3048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VIDIA Sans"/>
              <a:buChar char="•"/>
              <a:defRPr b="0" i="0" sz="12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9845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VIDIA Sans"/>
              <a:buChar char="•"/>
              <a:defRPr b="0" i="0" sz="11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8575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VIDIA Sans"/>
              <a:buChar char="•"/>
              <a:defRPr b="0" i="0" sz="9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grpSp>
        <p:nvGrpSpPr>
          <p:cNvPr id="92" name="Google Shape;92;g3e23138d502_0_874"/>
          <p:cNvGrpSpPr/>
          <p:nvPr/>
        </p:nvGrpSpPr>
        <p:grpSpPr>
          <a:xfrm>
            <a:off x="0" y="6500821"/>
            <a:ext cx="776779" cy="360986"/>
            <a:chOff x="0" y="19504414"/>
            <a:chExt cx="2330569" cy="1083065"/>
          </a:xfrm>
        </p:grpSpPr>
        <p:sp>
          <p:nvSpPr>
            <p:cNvPr id="93" name="Google Shape;93;g3e23138d502_0_874"/>
            <p:cNvSpPr/>
            <p:nvPr/>
          </p:nvSpPr>
          <p:spPr>
            <a:xfrm>
              <a:off x="0" y="19697679"/>
              <a:ext cx="155400" cy="8898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5225" lIns="30475" spcFirstLastPara="1" rIns="30475" wrap="square" tIns="152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endParaRPr>
            </a:p>
          </p:txBody>
        </p:sp>
        <p:pic>
          <p:nvPicPr>
            <p:cNvPr descr="A picture containing shape&#10;&#10;Description automatically generated" id="94" name="Google Shape;94;g3e23138d502_0_874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327131" y="19504414"/>
              <a:ext cx="2003438" cy="690237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95" name="Google Shape;95;g3e23138d502_0_874"/>
          <p:cNvCxnSpPr/>
          <p:nvPr/>
        </p:nvCxnSpPr>
        <p:spPr>
          <a:xfrm>
            <a:off x="0" y="1897743"/>
            <a:ext cx="5745600" cy="0"/>
          </a:xfrm>
          <a:prstGeom prst="straightConnector1">
            <a:avLst/>
          </a:prstGeom>
          <a:noFill/>
          <a:ln cap="flat" cmpd="sng" w="10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6" name="Google Shape;96;g3e23138d502_0_874"/>
          <p:cNvSpPr/>
          <p:nvPr>
            <p:ph idx="2" type="pic"/>
          </p:nvPr>
        </p:nvSpPr>
        <p:spPr>
          <a:xfrm>
            <a:off x="6720946" y="0"/>
            <a:ext cx="5471100" cy="6858000"/>
          </a:xfrm>
          <a:prstGeom prst="rect">
            <a:avLst/>
          </a:prstGeom>
          <a:solidFill>
            <a:srgbClr val="F2F2F2">
              <a:alpha val="60780"/>
            </a:srgbClr>
          </a:solidFill>
          <a:ln cap="flat" cmpd="sng" w="3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Right - Text Left">
  <p:cSld name="Image Right - Text Lef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e23138d502_0_883"/>
          <p:cNvSpPr/>
          <p:nvPr/>
        </p:nvSpPr>
        <p:spPr>
          <a:xfrm>
            <a:off x="10988040" y="6309360"/>
            <a:ext cx="1203900" cy="548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5225" lIns="30475" spcFirstLastPara="1" rIns="30475" wrap="square" tIns="152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  <p:sp>
        <p:nvSpPr>
          <p:cNvPr id="99" name="Google Shape;99;g3e23138d502_0_883"/>
          <p:cNvSpPr/>
          <p:nvPr>
            <p:ph idx="2" type="pic"/>
          </p:nvPr>
        </p:nvSpPr>
        <p:spPr>
          <a:xfrm>
            <a:off x="6720946" y="0"/>
            <a:ext cx="5471100" cy="6858000"/>
          </a:xfrm>
          <a:prstGeom prst="rect">
            <a:avLst/>
          </a:prstGeom>
          <a:solidFill>
            <a:srgbClr val="F2F2F2">
              <a:alpha val="60780"/>
            </a:srgbClr>
          </a:solidFill>
          <a:ln cap="flat" cmpd="sng" w="3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g3e23138d502_0_883"/>
          <p:cNvSpPr txBox="1"/>
          <p:nvPr>
            <p:ph type="title"/>
          </p:nvPr>
        </p:nvSpPr>
        <p:spPr>
          <a:xfrm>
            <a:off x="865632" y="100688"/>
            <a:ext cx="4879800" cy="11220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rmAutofit/>
          </a:bodyPr>
          <a:lstStyle>
            <a:lvl1pPr lv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VIDIA Sans"/>
              <a:buNone/>
              <a:defRPr b="1" sz="2400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20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101" name="Google Shape;101;g3e23138d502_0_883"/>
          <p:cNvSpPr txBox="1"/>
          <p:nvPr>
            <p:ph idx="1" type="body"/>
          </p:nvPr>
        </p:nvSpPr>
        <p:spPr>
          <a:xfrm>
            <a:off x="865632" y="2329397"/>
            <a:ext cx="4879800" cy="37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32385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VIDIA Sans"/>
              <a:buChar char="•"/>
              <a:defRPr b="0" i="0" sz="15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31115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VIDIA Sans"/>
              <a:buChar char="•"/>
              <a:defRPr b="0" i="0" sz="13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3048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VIDIA Sans"/>
              <a:buChar char="•"/>
              <a:defRPr b="0" i="0" sz="12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9845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VIDIA Sans"/>
              <a:buChar char="•"/>
              <a:defRPr b="0" i="0" sz="11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8575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VIDIA Sans"/>
              <a:buChar char="•"/>
              <a:defRPr b="0" i="0" sz="9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102" name="Google Shape;102;g3e23138d502_0_883"/>
          <p:cNvSpPr txBox="1"/>
          <p:nvPr>
            <p:ph idx="3" type="body"/>
          </p:nvPr>
        </p:nvSpPr>
        <p:spPr>
          <a:xfrm>
            <a:off x="865632" y="1243923"/>
            <a:ext cx="48798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VIDIA Sans"/>
              <a:buNone/>
              <a:defRPr b="0" i="0" sz="1600" u="none" cap="none" strike="noStrik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grpSp>
        <p:nvGrpSpPr>
          <p:cNvPr id="103" name="Google Shape;103;g3e23138d502_0_883"/>
          <p:cNvGrpSpPr/>
          <p:nvPr/>
        </p:nvGrpSpPr>
        <p:grpSpPr>
          <a:xfrm>
            <a:off x="0" y="6500821"/>
            <a:ext cx="776779" cy="360986"/>
            <a:chOff x="0" y="19504414"/>
            <a:chExt cx="2330569" cy="1083065"/>
          </a:xfrm>
        </p:grpSpPr>
        <p:sp>
          <p:nvSpPr>
            <p:cNvPr id="104" name="Google Shape;104;g3e23138d502_0_883"/>
            <p:cNvSpPr/>
            <p:nvPr/>
          </p:nvSpPr>
          <p:spPr>
            <a:xfrm>
              <a:off x="0" y="19697679"/>
              <a:ext cx="155400" cy="8898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5225" lIns="30475" spcFirstLastPara="1" rIns="30475" wrap="square" tIns="152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endParaRPr>
            </a:p>
          </p:txBody>
        </p:sp>
        <p:pic>
          <p:nvPicPr>
            <p:cNvPr descr="A picture containing shape&#10;&#10;Description automatically generated" id="105" name="Google Shape;105;g3e23138d502_0_883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327131" y="19504414"/>
              <a:ext cx="2003438" cy="690237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106" name="Google Shape;106;g3e23138d502_0_883"/>
          <p:cNvCxnSpPr/>
          <p:nvPr/>
        </p:nvCxnSpPr>
        <p:spPr>
          <a:xfrm>
            <a:off x="0" y="1897743"/>
            <a:ext cx="5745600" cy="0"/>
          </a:xfrm>
          <a:prstGeom prst="straightConnector1">
            <a:avLst/>
          </a:prstGeom>
          <a:noFill/>
          <a:ln cap="flat" cmpd="sng" w="10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green and white background&#10;&#10;Description automatically generated" id="108" name="Google Shape;108;g3e23138d502_0_89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1998" cy="68579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graphics, logo, symbol, graphic design&#10;&#10;Description automatically generated" id="109" name="Google Shape;109;g3e23138d502_0_89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2042" y="257844"/>
            <a:ext cx="2788663" cy="960771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g3e23138d502_0_893"/>
          <p:cNvSpPr txBox="1"/>
          <p:nvPr>
            <p:ph type="ctrTitle"/>
          </p:nvPr>
        </p:nvSpPr>
        <p:spPr>
          <a:xfrm>
            <a:off x="504337" y="994526"/>
            <a:ext cx="64275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NVIDIA Sans"/>
              <a:buNone/>
              <a:defRPr b="1" sz="2900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111" name="Google Shape;111;g3e23138d502_0_893"/>
          <p:cNvSpPr txBox="1"/>
          <p:nvPr>
            <p:ph idx="1" type="subTitle"/>
          </p:nvPr>
        </p:nvSpPr>
        <p:spPr>
          <a:xfrm>
            <a:off x="504337" y="2647242"/>
            <a:ext cx="6427500" cy="5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rmAutofit/>
          </a:bodyPr>
          <a:lstStyle>
            <a:lvl1pPr lvl="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lvl="1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VIDIA Sans"/>
              <a:buNone/>
              <a:defRPr b="0" i="0" sz="20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lvl="2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None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lvl="3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VIDIA Sans"/>
              <a:buNone/>
              <a:defRPr b="0" i="0" sz="16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lvl="4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VIDIA Sans"/>
              <a:buNone/>
              <a:defRPr b="0" i="0" sz="16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lvl="5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VIDIA Sans"/>
              <a:buNone/>
              <a:defRPr b="0" i="0" sz="16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lvl="6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VIDIA Sans"/>
              <a:buNone/>
              <a:defRPr b="0" i="0" sz="16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lvl="7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VIDIA Sans"/>
              <a:buNone/>
              <a:defRPr b="0" i="0" sz="16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lvl="8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VIDIA Sans"/>
              <a:buNone/>
              <a:defRPr b="0" i="0" sz="16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FIDENTIAL">
  <p:cSld name="CONFIDENTIAL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e23138d502_0_898"/>
          <p:cNvSpPr txBox="1"/>
          <p:nvPr>
            <p:ph type="title"/>
          </p:nvPr>
        </p:nvSpPr>
        <p:spPr>
          <a:xfrm>
            <a:off x="838200" y="0"/>
            <a:ext cx="10515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VIDIA Sans"/>
              <a:buNone/>
              <a:defRPr b="1" sz="2400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114" name="Google Shape;114;g3e23138d502_0_898"/>
          <p:cNvSpPr txBox="1"/>
          <p:nvPr>
            <p:ph idx="1" type="body"/>
          </p:nvPr>
        </p:nvSpPr>
        <p:spPr>
          <a:xfrm>
            <a:off x="838200" y="829056"/>
            <a:ext cx="105156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VIDIA Sans"/>
              <a:buNone/>
              <a:defRPr b="0" i="0" sz="1600" u="none" cap="none" strike="noStrik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115" name="Google Shape;115;g3e23138d502_0_898"/>
          <p:cNvSpPr txBox="1"/>
          <p:nvPr>
            <p:ph idx="2" type="body"/>
          </p:nvPr>
        </p:nvSpPr>
        <p:spPr>
          <a:xfrm>
            <a:off x="838200" y="1615440"/>
            <a:ext cx="10515600" cy="45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32385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VIDIA Sans"/>
              <a:buChar char="•"/>
              <a:defRPr b="0" i="0" sz="15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31115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VIDIA Sans"/>
              <a:buChar char="•"/>
              <a:defRPr b="0" i="0" sz="13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3048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VIDIA Sans"/>
              <a:buChar char="•"/>
              <a:defRPr b="0" i="0" sz="12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9845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VIDIA Sans"/>
              <a:buChar char="•"/>
              <a:defRPr b="0" i="0" sz="11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8575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VIDIA Sans"/>
              <a:buChar char="•"/>
              <a:defRPr b="0" i="0" sz="9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116" name="Google Shape;116;g3e23138d502_0_898"/>
          <p:cNvSpPr txBox="1"/>
          <p:nvPr/>
        </p:nvSpPr>
        <p:spPr>
          <a:xfrm>
            <a:off x="236162" y="6545262"/>
            <a:ext cx="2168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rPr>
              <a:t>NVIDIA CONFIDENTIAL. DO NOT DISTRIBUTE.</a:t>
            </a:r>
            <a:endParaRPr sz="50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">
  <p:cSld name="Two Column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e23138d502_0_903"/>
          <p:cNvSpPr txBox="1"/>
          <p:nvPr>
            <p:ph type="title"/>
          </p:nvPr>
        </p:nvSpPr>
        <p:spPr>
          <a:xfrm>
            <a:off x="838200" y="0"/>
            <a:ext cx="10515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VIDIA Sans"/>
              <a:buNone/>
              <a:defRPr b="1" sz="2400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119" name="Google Shape;119;g3e23138d502_0_903"/>
          <p:cNvSpPr txBox="1"/>
          <p:nvPr>
            <p:ph idx="1" type="body"/>
          </p:nvPr>
        </p:nvSpPr>
        <p:spPr>
          <a:xfrm>
            <a:off x="838200" y="829056"/>
            <a:ext cx="105156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VIDIA Sans"/>
              <a:buNone/>
              <a:defRPr b="0" i="0" sz="1600" u="none" cap="none" strike="noStrik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120" name="Google Shape;120;g3e23138d502_0_903"/>
          <p:cNvSpPr txBox="1"/>
          <p:nvPr>
            <p:ph idx="2" type="body"/>
          </p:nvPr>
        </p:nvSpPr>
        <p:spPr>
          <a:xfrm>
            <a:off x="838200" y="1615440"/>
            <a:ext cx="5071800" cy="45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32385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VIDIA Sans"/>
              <a:buChar char="•"/>
              <a:defRPr b="0" i="0" sz="15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31115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VIDIA Sans"/>
              <a:buChar char="•"/>
              <a:defRPr b="0" i="0" sz="13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3048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VIDIA Sans"/>
              <a:buChar char="•"/>
              <a:defRPr b="0" i="0" sz="12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9845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VIDIA Sans"/>
              <a:buChar char="•"/>
              <a:defRPr b="0" i="0" sz="11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8575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VIDIA Sans"/>
              <a:buChar char="•"/>
              <a:defRPr b="0" i="0" sz="9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121" name="Google Shape;121;g3e23138d502_0_903"/>
          <p:cNvSpPr txBox="1"/>
          <p:nvPr>
            <p:ph idx="3" type="body"/>
          </p:nvPr>
        </p:nvSpPr>
        <p:spPr>
          <a:xfrm>
            <a:off x="6281928" y="1615440"/>
            <a:ext cx="5071800" cy="45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32385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VIDIA Sans"/>
              <a:buChar char="•"/>
              <a:defRPr b="0" i="0" sz="15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31115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VIDIA Sans"/>
              <a:buChar char="•"/>
              <a:defRPr b="0" i="0" sz="13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3048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VIDIA Sans"/>
              <a:buChar char="•"/>
              <a:defRPr b="0" i="0" sz="12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9845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VIDIA Sans"/>
              <a:buChar char="•"/>
              <a:defRPr b="0" i="0" sz="11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8575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VIDIA Sans"/>
              <a:buChar char="•"/>
              <a:defRPr b="0" i="0" sz="9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FIDENTIAL_Two Column">
  <p:cSld name="CONFIDENTIAL_Two Column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e23138d502_0_908"/>
          <p:cNvSpPr txBox="1"/>
          <p:nvPr>
            <p:ph type="title"/>
          </p:nvPr>
        </p:nvSpPr>
        <p:spPr>
          <a:xfrm>
            <a:off x="838200" y="0"/>
            <a:ext cx="10515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VIDIA Sans"/>
              <a:buNone/>
              <a:defRPr b="1" sz="2400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124" name="Google Shape;124;g3e23138d502_0_908"/>
          <p:cNvSpPr txBox="1"/>
          <p:nvPr>
            <p:ph idx="1" type="body"/>
          </p:nvPr>
        </p:nvSpPr>
        <p:spPr>
          <a:xfrm>
            <a:off x="838200" y="829056"/>
            <a:ext cx="105156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VIDIA Sans"/>
              <a:buNone/>
              <a:defRPr b="0" i="0" sz="1600" u="none" cap="none" strike="noStrik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125" name="Google Shape;125;g3e23138d502_0_908"/>
          <p:cNvSpPr txBox="1"/>
          <p:nvPr>
            <p:ph idx="2" type="body"/>
          </p:nvPr>
        </p:nvSpPr>
        <p:spPr>
          <a:xfrm>
            <a:off x="838200" y="1615440"/>
            <a:ext cx="5071800" cy="45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32385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VIDIA Sans"/>
              <a:buChar char="•"/>
              <a:defRPr b="0" i="0" sz="15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31115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VIDIA Sans"/>
              <a:buChar char="•"/>
              <a:defRPr b="0" i="0" sz="13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3048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VIDIA Sans"/>
              <a:buChar char="•"/>
              <a:defRPr b="0" i="0" sz="12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9845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VIDIA Sans"/>
              <a:buChar char="•"/>
              <a:defRPr b="0" i="0" sz="11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8575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VIDIA Sans"/>
              <a:buChar char="•"/>
              <a:defRPr b="0" i="0" sz="9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126" name="Google Shape;126;g3e23138d502_0_908"/>
          <p:cNvSpPr txBox="1"/>
          <p:nvPr>
            <p:ph idx="3" type="body"/>
          </p:nvPr>
        </p:nvSpPr>
        <p:spPr>
          <a:xfrm>
            <a:off x="6281928" y="1615440"/>
            <a:ext cx="5071800" cy="45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32385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VIDIA Sans"/>
              <a:buChar char="•"/>
              <a:defRPr b="0" i="0" sz="15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31115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VIDIA Sans"/>
              <a:buChar char="•"/>
              <a:defRPr b="0" i="0" sz="13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3048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VIDIA Sans"/>
              <a:buChar char="•"/>
              <a:defRPr b="0" i="0" sz="12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9845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VIDIA Sans"/>
              <a:buChar char="•"/>
              <a:defRPr b="0" i="0" sz="11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8575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VIDIA Sans"/>
              <a:buChar char="•"/>
              <a:defRPr b="0" i="0" sz="9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127" name="Google Shape;127;g3e23138d502_0_908"/>
          <p:cNvSpPr txBox="1"/>
          <p:nvPr/>
        </p:nvSpPr>
        <p:spPr>
          <a:xfrm>
            <a:off x="236162" y="6545262"/>
            <a:ext cx="2168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rPr>
              <a:t>NVIDIA CONFIDENTIAL. DO NOT DISTRIBUTE.</a:t>
            </a:r>
            <a:endParaRPr sz="50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ING_Title, Subtitle, Bullets">
  <p:cSld name="CODING_Title, Subtitle, Bullets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e23138d502_0_914"/>
          <p:cNvSpPr txBox="1"/>
          <p:nvPr>
            <p:ph type="title"/>
          </p:nvPr>
        </p:nvSpPr>
        <p:spPr>
          <a:xfrm>
            <a:off x="838200" y="0"/>
            <a:ext cx="10515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 Mono"/>
              <a:buNone/>
              <a:defRPr b="1" sz="2400" cap="none">
                <a:latin typeface="Roboto Mono"/>
                <a:ea typeface="Roboto Mono"/>
                <a:cs typeface="Roboto Mono"/>
                <a:sym typeface="Roboto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130" name="Google Shape;130;g3e23138d502_0_914"/>
          <p:cNvSpPr txBox="1"/>
          <p:nvPr>
            <p:ph idx="1" type="body"/>
          </p:nvPr>
        </p:nvSpPr>
        <p:spPr>
          <a:xfrm>
            <a:off x="838200" y="1624584"/>
            <a:ext cx="10515600" cy="45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32385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VIDIA Sans"/>
              <a:buChar char="•"/>
              <a:defRPr b="0" i="0" sz="1500" u="none" cap="none" strike="noStrik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indent="-31115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VIDIA Sans"/>
              <a:buChar char="•"/>
              <a:defRPr b="0" i="0" sz="1300" u="none" cap="none" strike="noStrik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indent="-3048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VIDIA Sans"/>
              <a:buChar char="•"/>
              <a:defRPr b="0" i="0" sz="1200" u="none" cap="none" strike="noStrik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indent="-29845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VIDIA Sans"/>
              <a:buChar char="•"/>
              <a:defRPr b="0" i="0" sz="1100" u="none" cap="none" strike="noStrik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indent="-28575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VIDIA Sans"/>
              <a:buChar char="•"/>
              <a:defRPr b="0" i="0" sz="900" u="none" cap="none" strike="noStrik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131" name="Google Shape;131;g3e23138d502_0_914"/>
          <p:cNvSpPr txBox="1"/>
          <p:nvPr>
            <p:ph idx="2" type="body"/>
          </p:nvPr>
        </p:nvSpPr>
        <p:spPr>
          <a:xfrm>
            <a:off x="838200" y="829056"/>
            <a:ext cx="105156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VIDIA Sans"/>
              <a:buNone/>
              <a:defRPr b="0" i="0" sz="1600" u="none" cap="none" strike="noStrik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indent="-228600" lvl="1" marL="9144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FIDENTIAL_Coding">
  <p:cSld name="CONFIDENTIAL_Coding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e23138d502_0_918"/>
          <p:cNvSpPr txBox="1"/>
          <p:nvPr>
            <p:ph type="title"/>
          </p:nvPr>
        </p:nvSpPr>
        <p:spPr>
          <a:xfrm>
            <a:off x="838200" y="0"/>
            <a:ext cx="10515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 Mono"/>
              <a:buNone/>
              <a:defRPr b="1" sz="2400" cap="none">
                <a:latin typeface="Roboto Mono"/>
                <a:ea typeface="Roboto Mono"/>
                <a:cs typeface="Roboto Mono"/>
                <a:sym typeface="Roboto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134" name="Google Shape;134;g3e23138d502_0_918"/>
          <p:cNvSpPr txBox="1"/>
          <p:nvPr>
            <p:ph idx="1" type="body"/>
          </p:nvPr>
        </p:nvSpPr>
        <p:spPr>
          <a:xfrm>
            <a:off x="838200" y="1624584"/>
            <a:ext cx="10515600" cy="45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32385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VIDIA Sans"/>
              <a:buChar char="•"/>
              <a:defRPr b="0" i="0" sz="1500" u="none" cap="none" strike="noStrik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indent="-31115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VIDIA Sans"/>
              <a:buChar char="•"/>
              <a:defRPr b="0" i="0" sz="1300" u="none" cap="none" strike="noStrik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indent="-3048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VIDIA Sans"/>
              <a:buChar char="•"/>
              <a:defRPr b="0" i="0" sz="1200" u="none" cap="none" strike="noStrik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indent="-29845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VIDIA Sans"/>
              <a:buChar char="•"/>
              <a:defRPr b="0" i="0" sz="1100" u="none" cap="none" strike="noStrik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indent="-28575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VIDIA Sans"/>
              <a:buChar char="•"/>
              <a:defRPr b="0" i="0" sz="900" u="none" cap="none" strike="noStrik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135" name="Google Shape;135;g3e23138d502_0_918"/>
          <p:cNvSpPr txBox="1"/>
          <p:nvPr>
            <p:ph idx="2" type="body"/>
          </p:nvPr>
        </p:nvSpPr>
        <p:spPr>
          <a:xfrm>
            <a:off x="838200" y="829056"/>
            <a:ext cx="105156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VIDIA Sans"/>
              <a:buNone/>
              <a:defRPr b="0" i="0" sz="1600" u="none" cap="none" strike="noStrik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indent="-228600" lvl="1" marL="9144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136" name="Google Shape;136;g3e23138d502_0_918"/>
          <p:cNvSpPr txBox="1"/>
          <p:nvPr/>
        </p:nvSpPr>
        <p:spPr>
          <a:xfrm>
            <a:off x="236162" y="6545262"/>
            <a:ext cx="2168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rPr>
              <a:t>NVIDIA CONFIDENTIAL. DO NOT DISTRIBUTE.</a:t>
            </a:r>
            <a:endParaRPr sz="50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Agenda">
  <p:cSld name="1_Agenda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green curved lines with a bright light behind them&#10;&#10;Description automatically generated" id="138" name="Google Shape;138;g3e23138d502_0_923"/>
          <p:cNvPicPr preferRelativeResize="0"/>
          <p:nvPr/>
        </p:nvPicPr>
        <p:blipFill rotWithShape="1">
          <a:blip r:embed="rId2">
            <a:alphaModFix/>
          </a:blip>
          <a:srcRect b="921" l="2406" r="51138" t="0"/>
          <a:stretch/>
        </p:blipFill>
        <p:spPr>
          <a:xfrm>
            <a:off x="0" y="0"/>
            <a:ext cx="5716901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g3e23138d502_0_923"/>
          <p:cNvSpPr/>
          <p:nvPr/>
        </p:nvSpPr>
        <p:spPr>
          <a:xfrm>
            <a:off x="0" y="0"/>
            <a:ext cx="5716800" cy="6858000"/>
          </a:xfrm>
          <a:prstGeom prst="rect">
            <a:avLst/>
          </a:prstGeom>
          <a:solidFill>
            <a:schemeClr val="dk1">
              <a:alpha val="14900"/>
            </a:schemeClr>
          </a:solidFill>
          <a:ln>
            <a:noFill/>
          </a:ln>
        </p:spPr>
        <p:txBody>
          <a:bodyPr anchorCtr="0" anchor="ctr" bIns="15225" lIns="30475" spcFirstLastPara="1" rIns="30475" wrap="square" tIns="152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  <p:sp>
        <p:nvSpPr>
          <p:cNvPr id="140" name="Google Shape;140;g3e23138d502_0_923"/>
          <p:cNvSpPr/>
          <p:nvPr/>
        </p:nvSpPr>
        <p:spPr>
          <a:xfrm>
            <a:off x="5734873" y="1798320"/>
            <a:ext cx="189000" cy="5059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15225" lIns="30475" spcFirstLastPara="1" rIns="30475" wrap="square" tIns="152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LONG Layout">
  <p:cSld name="Quote - LONG Layout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green and white background&#10;&#10;Description automatically generated" id="142" name="Google Shape;142;g3e23138d502_0_9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1998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g3e23138d502_0_927"/>
          <p:cNvSpPr/>
          <p:nvPr/>
        </p:nvSpPr>
        <p:spPr>
          <a:xfrm>
            <a:off x="0" y="1381256"/>
            <a:ext cx="12192000" cy="7173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anchorCtr="0" anchor="ctr" bIns="15225" lIns="30475" spcFirstLastPara="1" rIns="30475" wrap="square" tIns="152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  <p:sp>
        <p:nvSpPr>
          <p:cNvPr id="144" name="Google Shape;144;g3e23138d502_0_927"/>
          <p:cNvSpPr/>
          <p:nvPr/>
        </p:nvSpPr>
        <p:spPr>
          <a:xfrm flipH="1" rot="10800000">
            <a:off x="0" y="5089950"/>
            <a:ext cx="12192000" cy="14061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anchorCtr="0" anchor="ctr" bIns="15225" lIns="30475" spcFirstLastPara="1" rIns="30475" wrap="square" tIns="152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  <p:sp>
        <p:nvSpPr>
          <p:cNvPr id="145" name="Google Shape;145;g3e23138d502_0_927"/>
          <p:cNvSpPr/>
          <p:nvPr/>
        </p:nvSpPr>
        <p:spPr>
          <a:xfrm>
            <a:off x="0" y="356077"/>
            <a:ext cx="12192000" cy="14061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anchorCtr="0" anchor="ctr" bIns="15225" lIns="30475" spcFirstLastPara="1" rIns="30475" wrap="square" tIns="152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  <p:sp>
        <p:nvSpPr>
          <p:cNvPr id="146" name="Google Shape;146;g3e23138d502_0_927"/>
          <p:cNvSpPr txBox="1"/>
          <p:nvPr>
            <p:ph idx="1" type="body"/>
          </p:nvPr>
        </p:nvSpPr>
        <p:spPr>
          <a:xfrm>
            <a:off x="2052918" y="4478187"/>
            <a:ext cx="8086200" cy="3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VIDIA Sans"/>
              <a:buNone/>
              <a:defRPr b="0" i="1" sz="1500" u="none" cap="none" strike="noStrik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NVIDIA Sans"/>
              <a:buNone/>
              <a:defRPr b="0" i="0" sz="2500" u="none" cap="none" strike="noStrik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NVIDIA Sans"/>
              <a:buNone/>
              <a:defRPr b="0" i="0" sz="2500" u="none" cap="none" strike="noStrik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None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147" name="Google Shape;147;g3e23138d502_0_927"/>
          <p:cNvSpPr txBox="1"/>
          <p:nvPr>
            <p:ph idx="2" type="body"/>
          </p:nvPr>
        </p:nvSpPr>
        <p:spPr>
          <a:xfrm>
            <a:off x="2052918" y="1902069"/>
            <a:ext cx="8086200" cy="243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b="0" i="0" sz="4000" u="none" cap="none" strike="noStrike">
                <a:solidFill>
                  <a:schemeClr val="lt1"/>
                </a:solidFill>
                <a:latin typeface="NVIDIA Sans Light"/>
                <a:ea typeface="NVIDIA Sans Light"/>
                <a:cs typeface="NVIDIA Sans Light"/>
                <a:sym typeface="NVIDIA Sans Light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NVIDIA Sans"/>
              <a:buNone/>
              <a:defRPr b="0" i="0" sz="2500" u="none" cap="none" strike="noStrik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NVIDIA Sans"/>
              <a:buNone/>
              <a:defRPr b="0" i="0" sz="2500" u="none" cap="none" strike="noStrik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None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148" name="Google Shape;148;g3e23138d502_0_927"/>
          <p:cNvSpPr txBox="1"/>
          <p:nvPr/>
        </p:nvSpPr>
        <p:spPr>
          <a:xfrm rot="10800000">
            <a:off x="5860717" y="4086797"/>
            <a:ext cx="489600" cy="15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0">
                <a:solidFill>
                  <a:schemeClr val="dk2"/>
                </a:solidFill>
                <a:latin typeface="NVIDIA Sans Light"/>
                <a:ea typeface="NVIDIA Sans Light"/>
                <a:cs typeface="NVIDIA Sans Light"/>
                <a:sym typeface="NVIDIA Sans Light"/>
              </a:rPr>
              <a:t>“</a:t>
            </a:r>
            <a:endParaRPr sz="500"/>
          </a:p>
        </p:txBody>
      </p:sp>
      <p:cxnSp>
        <p:nvCxnSpPr>
          <p:cNvPr id="149" name="Google Shape;149;g3e23138d502_0_927"/>
          <p:cNvCxnSpPr/>
          <p:nvPr/>
        </p:nvCxnSpPr>
        <p:spPr>
          <a:xfrm>
            <a:off x="2052918" y="5174503"/>
            <a:ext cx="3798300" cy="0"/>
          </a:xfrm>
          <a:prstGeom prst="straightConnector1">
            <a:avLst/>
          </a:prstGeom>
          <a:noFill/>
          <a:ln cap="flat" cmpd="sng" w="10575">
            <a:solidFill>
              <a:srgbClr val="588A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0" name="Google Shape;150;g3e23138d502_0_927"/>
          <p:cNvCxnSpPr/>
          <p:nvPr/>
        </p:nvCxnSpPr>
        <p:spPr>
          <a:xfrm>
            <a:off x="6340779" y="5174503"/>
            <a:ext cx="3798300" cy="0"/>
          </a:xfrm>
          <a:prstGeom prst="straightConnector1">
            <a:avLst/>
          </a:prstGeom>
          <a:noFill/>
          <a:ln cap="flat" cmpd="sng" w="10575">
            <a:solidFill>
              <a:srgbClr val="588A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51" name="Google Shape;151;g3e23138d502_0_927"/>
          <p:cNvGrpSpPr/>
          <p:nvPr/>
        </p:nvGrpSpPr>
        <p:grpSpPr>
          <a:xfrm>
            <a:off x="2052712" y="1265395"/>
            <a:ext cx="8085352" cy="1508449"/>
            <a:chOff x="6158753" y="6234204"/>
            <a:chExt cx="24258483" cy="4525800"/>
          </a:xfrm>
        </p:grpSpPr>
        <p:sp>
          <p:nvSpPr>
            <p:cNvPr id="152" name="Google Shape;152;g3e23138d502_0_927"/>
            <p:cNvSpPr txBox="1"/>
            <p:nvPr/>
          </p:nvSpPr>
          <p:spPr>
            <a:xfrm>
              <a:off x="17553664" y="6234204"/>
              <a:ext cx="1468800" cy="452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5225" lIns="30475" spcFirstLastPara="1" rIns="30475" wrap="square" tIns="15225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600">
                  <a:solidFill>
                    <a:schemeClr val="dk2"/>
                  </a:solidFill>
                  <a:latin typeface="NVIDIA Sans Light"/>
                  <a:ea typeface="NVIDIA Sans Light"/>
                  <a:cs typeface="NVIDIA Sans Light"/>
                  <a:sym typeface="NVIDIA Sans Light"/>
                </a:rPr>
                <a:t>“</a:t>
              </a:r>
              <a:endParaRPr sz="500"/>
            </a:p>
          </p:txBody>
        </p:sp>
        <p:cxnSp>
          <p:nvCxnSpPr>
            <p:cNvPr id="153" name="Google Shape;153;g3e23138d502_0_927"/>
            <p:cNvCxnSpPr/>
            <p:nvPr/>
          </p:nvCxnSpPr>
          <p:spPr>
            <a:xfrm>
              <a:off x="6158753" y="7454586"/>
              <a:ext cx="11394900" cy="0"/>
            </a:xfrm>
            <a:prstGeom prst="straightConnector1">
              <a:avLst/>
            </a:prstGeom>
            <a:noFill/>
            <a:ln cap="flat" cmpd="sng" w="10575">
              <a:solidFill>
                <a:srgbClr val="588A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4" name="Google Shape;154;g3e23138d502_0_927"/>
            <p:cNvCxnSpPr/>
            <p:nvPr/>
          </p:nvCxnSpPr>
          <p:spPr>
            <a:xfrm>
              <a:off x="19022336" y="7454586"/>
              <a:ext cx="11394900" cy="0"/>
            </a:xfrm>
            <a:prstGeom prst="straightConnector1">
              <a:avLst/>
            </a:prstGeom>
            <a:noFill/>
            <a:ln cap="flat" cmpd="sng" w="10575">
              <a:solidFill>
                <a:srgbClr val="588A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SHORT Layout">
  <p:cSld name="Quote - SHORT Layout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green and white background&#10;&#10;Description automatically generated" id="156" name="Google Shape;156;g3e23138d502_0_9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1998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g3e23138d502_0_941"/>
          <p:cNvSpPr/>
          <p:nvPr/>
        </p:nvSpPr>
        <p:spPr>
          <a:xfrm>
            <a:off x="0" y="1381256"/>
            <a:ext cx="12192000" cy="7173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anchorCtr="0" anchor="ctr" bIns="15225" lIns="30475" spcFirstLastPara="1" rIns="30475" wrap="square" tIns="152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  <p:sp>
        <p:nvSpPr>
          <p:cNvPr id="158" name="Google Shape;158;g3e23138d502_0_941"/>
          <p:cNvSpPr/>
          <p:nvPr/>
        </p:nvSpPr>
        <p:spPr>
          <a:xfrm flipH="1" rot="10800000">
            <a:off x="0" y="5089950"/>
            <a:ext cx="12192000" cy="14061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anchorCtr="0" anchor="ctr" bIns="15225" lIns="30475" spcFirstLastPara="1" rIns="30475" wrap="square" tIns="152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  <p:sp>
        <p:nvSpPr>
          <p:cNvPr id="159" name="Google Shape;159;g3e23138d502_0_941"/>
          <p:cNvSpPr/>
          <p:nvPr/>
        </p:nvSpPr>
        <p:spPr>
          <a:xfrm>
            <a:off x="0" y="356077"/>
            <a:ext cx="12192000" cy="14061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anchorCtr="0" anchor="ctr" bIns="15225" lIns="30475" spcFirstLastPara="1" rIns="30475" wrap="square" tIns="152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  <p:sp>
        <p:nvSpPr>
          <p:cNvPr id="160" name="Google Shape;160;g3e23138d502_0_941"/>
          <p:cNvSpPr/>
          <p:nvPr/>
        </p:nvSpPr>
        <p:spPr>
          <a:xfrm>
            <a:off x="0" y="1381256"/>
            <a:ext cx="12192000" cy="7173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anchorCtr="0" anchor="ctr" bIns="15225" lIns="30475" spcFirstLastPara="1" rIns="30475" wrap="square" tIns="152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  <p:sp>
        <p:nvSpPr>
          <p:cNvPr id="161" name="Google Shape;161;g3e23138d502_0_941"/>
          <p:cNvSpPr txBox="1"/>
          <p:nvPr>
            <p:ph idx="1" type="body"/>
          </p:nvPr>
        </p:nvSpPr>
        <p:spPr>
          <a:xfrm>
            <a:off x="2052918" y="3959443"/>
            <a:ext cx="8086200" cy="3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VIDIA Sans"/>
              <a:buNone/>
              <a:defRPr b="0" i="1" sz="1500" u="none" cap="none" strike="noStrik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NVIDIA Sans"/>
              <a:buNone/>
              <a:defRPr b="0" i="0" sz="2500" u="none" cap="none" strike="noStrik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NVIDIA Sans"/>
              <a:buNone/>
              <a:defRPr b="0" i="0" sz="2500" u="none" cap="none" strike="noStrik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None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162" name="Google Shape;162;g3e23138d502_0_941"/>
          <p:cNvSpPr txBox="1"/>
          <p:nvPr>
            <p:ph idx="2" type="body"/>
          </p:nvPr>
        </p:nvSpPr>
        <p:spPr>
          <a:xfrm>
            <a:off x="2052918" y="2351184"/>
            <a:ext cx="8086200" cy="14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b="0" i="0" sz="4000" u="none" cap="none" strike="noStrike">
                <a:solidFill>
                  <a:schemeClr val="lt1"/>
                </a:solidFill>
                <a:latin typeface="NVIDIA Sans Light"/>
                <a:ea typeface="NVIDIA Sans Light"/>
                <a:cs typeface="NVIDIA Sans Light"/>
                <a:sym typeface="NVIDIA Sans Light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NVIDIA Sans"/>
              <a:buNone/>
              <a:defRPr b="0" i="0" sz="2500" u="none" cap="none" strike="noStrik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NVIDIA Sans"/>
              <a:buNone/>
              <a:defRPr b="0" i="0" sz="2500" u="none" cap="none" strike="noStrik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None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grpSp>
        <p:nvGrpSpPr>
          <p:cNvPr id="163" name="Google Shape;163;g3e23138d502_0_941"/>
          <p:cNvGrpSpPr/>
          <p:nvPr/>
        </p:nvGrpSpPr>
        <p:grpSpPr>
          <a:xfrm>
            <a:off x="2052712" y="1755479"/>
            <a:ext cx="8085352" cy="3367281"/>
            <a:chOff x="6158753" y="6264684"/>
            <a:chExt cx="24258483" cy="10102852"/>
          </a:xfrm>
        </p:grpSpPr>
        <p:grpSp>
          <p:nvGrpSpPr>
            <p:cNvPr id="164" name="Google Shape;164;g3e23138d502_0_941"/>
            <p:cNvGrpSpPr/>
            <p:nvPr/>
          </p:nvGrpSpPr>
          <p:grpSpPr>
            <a:xfrm>
              <a:off x="17553664" y="6264684"/>
              <a:ext cx="1497286" cy="10102852"/>
              <a:chOff x="17553664" y="5634063"/>
              <a:chExt cx="1497286" cy="10102852"/>
            </a:xfrm>
          </p:grpSpPr>
          <p:sp>
            <p:nvSpPr>
              <p:cNvPr id="165" name="Google Shape;165;g3e23138d502_0_941"/>
              <p:cNvSpPr txBox="1"/>
              <p:nvPr/>
            </p:nvSpPr>
            <p:spPr>
              <a:xfrm>
                <a:off x="17553664" y="5634063"/>
                <a:ext cx="1468800" cy="452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5225" lIns="30475" spcFirstLastPara="1" rIns="30475" wrap="square" tIns="15225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600">
                    <a:solidFill>
                      <a:schemeClr val="dk2"/>
                    </a:solidFill>
                    <a:latin typeface="NVIDIA Sans Light"/>
                    <a:ea typeface="NVIDIA Sans Light"/>
                    <a:cs typeface="NVIDIA Sans Light"/>
                    <a:sym typeface="NVIDIA Sans Light"/>
                  </a:rPr>
                  <a:t>“</a:t>
                </a:r>
                <a:endParaRPr sz="500"/>
              </a:p>
            </p:txBody>
          </p:sp>
          <p:sp>
            <p:nvSpPr>
              <p:cNvPr id="166" name="Google Shape;166;g3e23138d502_0_941"/>
              <p:cNvSpPr txBox="1"/>
              <p:nvPr/>
            </p:nvSpPr>
            <p:spPr>
              <a:xfrm rot="10800000">
                <a:off x="17582150" y="11211115"/>
                <a:ext cx="1468800" cy="452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5225" lIns="30475" spcFirstLastPara="1" rIns="30475" wrap="square" tIns="15225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600">
                    <a:solidFill>
                      <a:schemeClr val="dk2"/>
                    </a:solidFill>
                    <a:latin typeface="NVIDIA Sans Light"/>
                    <a:ea typeface="NVIDIA Sans Light"/>
                    <a:cs typeface="NVIDIA Sans Light"/>
                    <a:sym typeface="NVIDIA Sans Light"/>
                  </a:rPr>
                  <a:t>“</a:t>
                </a:r>
                <a:endParaRPr sz="500"/>
              </a:p>
            </p:txBody>
          </p:sp>
        </p:grpSp>
        <p:cxnSp>
          <p:nvCxnSpPr>
            <p:cNvPr id="167" name="Google Shape;167;g3e23138d502_0_941"/>
            <p:cNvCxnSpPr/>
            <p:nvPr/>
          </p:nvCxnSpPr>
          <p:spPr>
            <a:xfrm>
              <a:off x="6158753" y="7454586"/>
              <a:ext cx="11394900" cy="0"/>
            </a:xfrm>
            <a:prstGeom prst="straightConnector1">
              <a:avLst/>
            </a:prstGeom>
            <a:noFill/>
            <a:ln cap="flat" cmpd="sng" w="10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8" name="Google Shape;168;g3e23138d502_0_941"/>
            <p:cNvCxnSpPr/>
            <p:nvPr/>
          </p:nvCxnSpPr>
          <p:spPr>
            <a:xfrm>
              <a:off x="19022336" y="7454586"/>
              <a:ext cx="11394900" cy="0"/>
            </a:xfrm>
            <a:prstGeom prst="straightConnector1">
              <a:avLst/>
            </a:prstGeom>
            <a:noFill/>
            <a:ln cap="flat" cmpd="sng" w="10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9" name="Google Shape;169;g3e23138d502_0_941"/>
            <p:cNvCxnSpPr/>
            <p:nvPr/>
          </p:nvCxnSpPr>
          <p:spPr>
            <a:xfrm>
              <a:off x="6158753" y="15144241"/>
              <a:ext cx="11394900" cy="0"/>
            </a:xfrm>
            <a:prstGeom prst="straightConnector1">
              <a:avLst/>
            </a:prstGeom>
            <a:noFill/>
            <a:ln cap="flat" cmpd="sng" w="10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0" name="Google Shape;170;g3e23138d502_0_941"/>
            <p:cNvCxnSpPr/>
            <p:nvPr/>
          </p:nvCxnSpPr>
          <p:spPr>
            <a:xfrm>
              <a:off x="19022336" y="15144241"/>
              <a:ext cx="11394900" cy="0"/>
            </a:xfrm>
            <a:prstGeom prst="straightConnector1">
              <a:avLst/>
            </a:prstGeom>
            <a:noFill/>
            <a:ln cap="flat" cmpd="sng" w="10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ngle Image Layout">
  <p:cSld name="Single Image Layout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e23138d502_0_957"/>
          <p:cNvSpPr txBox="1"/>
          <p:nvPr>
            <p:ph type="title"/>
          </p:nvPr>
        </p:nvSpPr>
        <p:spPr>
          <a:xfrm>
            <a:off x="838200" y="0"/>
            <a:ext cx="10515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VIDIA Sans"/>
              <a:buNone/>
              <a:defRPr b="1" sz="2400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173" name="Google Shape;173;g3e23138d502_0_957"/>
          <p:cNvSpPr txBox="1"/>
          <p:nvPr>
            <p:ph idx="1" type="body"/>
          </p:nvPr>
        </p:nvSpPr>
        <p:spPr>
          <a:xfrm>
            <a:off x="838200" y="829056"/>
            <a:ext cx="105156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VIDIA Sans"/>
              <a:buNone/>
              <a:defRPr b="0" i="0" sz="1600" u="none" cap="none" strike="noStrik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174" name="Google Shape;174;g3e23138d502_0_957"/>
          <p:cNvSpPr/>
          <p:nvPr>
            <p:ph idx="2" type="pic"/>
          </p:nvPr>
        </p:nvSpPr>
        <p:spPr>
          <a:xfrm>
            <a:off x="2020883" y="1616604"/>
            <a:ext cx="8150100" cy="4006500"/>
          </a:xfrm>
          <a:prstGeom prst="rect">
            <a:avLst/>
          </a:prstGeom>
          <a:solidFill>
            <a:srgbClr val="151617">
              <a:alpha val="60780"/>
            </a:srgbClr>
          </a:solidFill>
          <a:ln cap="flat" cmpd="sng" w="3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g3e23138d502_0_957"/>
          <p:cNvSpPr txBox="1"/>
          <p:nvPr>
            <p:ph idx="3" type="body"/>
          </p:nvPr>
        </p:nvSpPr>
        <p:spPr>
          <a:xfrm>
            <a:off x="2020883" y="5687987"/>
            <a:ext cx="81501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b="0" i="0" sz="1300" u="none" cap="none" strike="noStrik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176" name="Google Shape;176;g3e23138d502_0_957"/>
          <p:cNvSpPr txBox="1"/>
          <p:nvPr>
            <p:ph idx="4" type="body"/>
          </p:nvPr>
        </p:nvSpPr>
        <p:spPr>
          <a:xfrm>
            <a:off x="2020883" y="5917189"/>
            <a:ext cx="81501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b="0" i="0" sz="9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w/ Text">
  <p:cSld name="Image w/ Text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e23138d502_0_963"/>
          <p:cNvSpPr txBox="1"/>
          <p:nvPr>
            <p:ph idx="1" type="body"/>
          </p:nvPr>
        </p:nvSpPr>
        <p:spPr>
          <a:xfrm>
            <a:off x="6451600" y="2306656"/>
            <a:ext cx="5194500" cy="262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5225" lIns="30475" spcFirstLastPara="1" rIns="30475" wrap="square" tIns="15225">
            <a:noAutofit/>
          </a:bodyPr>
          <a:lstStyle>
            <a:lvl1pPr indent="-32385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VIDIA Sans"/>
              <a:buChar char="•"/>
              <a:defRPr b="0" i="0" sz="15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31115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VIDIA Sans"/>
              <a:buChar char="•"/>
              <a:defRPr b="0" i="0" sz="13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3048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VIDIA Sans"/>
              <a:buChar char="•"/>
              <a:defRPr b="0" i="0" sz="12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9845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VIDIA Sans"/>
              <a:buChar char="•"/>
              <a:defRPr b="0" i="0" sz="11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8575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VIDIA Sans"/>
              <a:buChar char="•"/>
              <a:defRPr b="0" i="0" sz="9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179" name="Google Shape;179;g3e23138d502_0_963"/>
          <p:cNvSpPr/>
          <p:nvPr>
            <p:ph idx="2" type="pic"/>
          </p:nvPr>
        </p:nvSpPr>
        <p:spPr>
          <a:xfrm>
            <a:off x="545868" y="1616604"/>
            <a:ext cx="5448600" cy="4006500"/>
          </a:xfrm>
          <a:prstGeom prst="rect">
            <a:avLst/>
          </a:prstGeom>
          <a:solidFill>
            <a:srgbClr val="151617">
              <a:alpha val="60780"/>
            </a:srgbClr>
          </a:solidFill>
          <a:ln cap="flat" cmpd="sng" w="3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g3e23138d502_0_963"/>
          <p:cNvSpPr txBox="1"/>
          <p:nvPr>
            <p:ph idx="3" type="body"/>
          </p:nvPr>
        </p:nvSpPr>
        <p:spPr>
          <a:xfrm>
            <a:off x="545868" y="5687987"/>
            <a:ext cx="54486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b="0" i="0" sz="1300" u="none" cap="none" strike="noStrik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181" name="Google Shape;181;g3e23138d502_0_963"/>
          <p:cNvSpPr txBox="1"/>
          <p:nvPr>
            <p:ph idx="4" type="body"/>
          </p:nvPr>
        </p:nvSpPr>
        <p:spPr>
          <a:xfrm>
            <a:off x="545868" y="5917189"/>
            <a:ext cx="54486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b="0" i="0" sz="9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182" name="Google Shape;182;g3e23138d502_0_963"/>
          <p:cNvSpPr txBox="1"/>
          <p:nvPr>
            <p:ph type="title"/>
          </p:nvPr>
        </p:nvSpPr>
        <p:spPr>
          <a:xfrm>
            <a:off x="838200" y="0"/>
            <a:ext cx="10515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VIDIA Sans"/>
              <a:buNone/>
              <a:defRPr b="1" sz="2400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183" name="Google Shape;183;g3e23138d502_0_963"/>
          <p:cNvSpPr txBox="1"/>
          <p:nvPr>
            <p:ph idx="5" type="body"/>
          </p:nvPr>
        </p:nvSpPr>
        <p:spPr>
          <a:xfrm>
            <a:off x="838200" y="829056"/>
            <a:ext cx="105156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VIDIA Sans"/>
              <a:buNone/>
              <a:defRPr b="0" i="0" sz="1600" u="none" cap="none" strike="noStrik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-up Image">
  <p:cSld name="2-up Image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e23138d502_0_970"/>
          <p:cNvSpPr txBox="1"/>
          <p:nvPr>
            <p:ph type="title"/>
          </p:nvPr>
        </p:nvSpPr>
        <p:spPr>
          <a:xfrm>
            <a:off x="838200" y="0"/>
            <a:ext cx="10515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VIDIA Sans"/>
              <a:buNone/>
              <a:defRPr b="1" sz="2400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186" name="Google Shape;186;g3e23138d502_0_970"/>
          <p:cNvSpPr txBox="1"/>
          <p:nvPr>
            <p:ph idx="1" type="body"/>
          </p:nvPr>
        </p:nvSpPr>
        <p:spPr>
          <a:xfrm>
            <a:off x="838200" y="829056"/>
            <a:ext cx="105156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VIDIA Sans"/>
              <a:buNone/>
              <a:defRPr b="0" i="0" sz="1600" u="none" cap="none" strike="noStrik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187" name="Google Shape;187;g3e23138d502_0_970"/>
          <p:cNvSpPr/>
          <p:nvPr>
            <p:ph idx="2" type="pic"/>
          </p:nvPr>
        </p:nvSpPr>
        <p:spPr>
          <a:xfrm>
            <a:off x="545868" y="1616604"/>
            <a:ext cx="5448600" cy="4006500"/>
          </a:xfrm>
          <a:prstGeom prst="rect">
            <a:avLst/>
          </a:prstGeom>
          <a:solidFill>
            <a:srgbClr val="151617">
              <a:alpha val="60780"/>
            </a:srgbClr>
          </a:solidFill>
          <a:ln cap="flat" cmpd="sng" w="3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g3e23138d502_0_970"/>
          <p:cNvSpPr/>
          <p:nvPr>
            <p:ph idx="3" type="pic"/>
          </p:nvPr>
        </p:nvSpPr>
        <p:spPr>
          <a:xfrm>
            <a:off x="6197600" y="1616604"/>
            <a:ext cx="5448600" cy="4006500"/>
          </a:xfrm>
          <a:prstGeom prst="rect">
            <a:avLst/>
          </a:prstGeom>
          <a:solidFill>
            <a:srgbClr val="151617">
              <a:alpha val="60780"/>
            </a:srgbClr>
          </a:solidFill>
          <a:ln cap="flat" cmpd="sng" w="3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g3e23138d502_0_970"/>
          <p:cNvSpPr txBox="1"/>
          <p:nvPr>
            <p:ph idx="4" type="body"/>
          </p:nvPr>
        </p:nvSpPr>
        <p:spPr>
          <a:xfrm>
            <a:off x="545868" y="5687987"/>
            <a:ext cx="54486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b="0" i="0" sz="1300" u="none" cap="none" strike="noStrik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190" name="Google Shape;190;g3e23138d502_0_970"/>
          <p:cNvSpPr txBox="1"/>
          <p:nvPr>
            <p:ph idx="5" type="body"/>
          </p:nvPr>
        </p:nvSpPr>
        <p:spPr>
          <a:xfrm>
            <a:off x="545868" y="5917189"/>
            <a:ext cx="54486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b="0" i="0" sz="9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191" name="Google Shape;191;g3e23138d502_0_970"/>
          <p:cNvSpPr txBox="1"/>
          <p:nvPr>
            <p:ph idx="6" type="body"/>
          </p:nvPr>
        </p:nvSpPr>
        <p:spPr>
          <a:xfrm>
            <a:off x="6197602" y="5687987"/>
            <a:ext cx="54489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b="0" i="0" sz="1300" u="none" cap="none" strike="noStrik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192" name="Google Shape;192;g3e23138d502_0_970"/>
          <p:cNvSpPr txBox="1"/>
          <p:nvPr>
            <p:ph idx="7" type="body"/>
          </p:nvPr>
        </p:nvSpPr>
        <p:spPr>
          <a:xfrm>
            <a:off x="6197602" y="5917189"/>
            <a:ext cx="54489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b="0" i="0" sz="9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-up Image Layout with Bullets">
  <p:cSld name="2-up Image Layout with Bullets"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e23138d502_0_979"/>
          <p:cNvSpPr txBox="1"/>
          <p:nvPr>
            <p:ph type="title"/>
          </p:nvPr>
        </p:nvSpPr>
        <p:spPr>
          <a:xfrm>
            <a:off x="838200" y="0"/>
            <a:ext cx="10515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VIDIA Sans"/>
              <a:buNone/>
              <a:defRPr b="1" sz="2400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195" name="Google Shape;195;g3e23138d502_0_979"/>
          <p:cNvSpPr txBox="1"/>
          <p:nvPr>
            <p:ph idx="1" type="body"/>
          </p:nvPr>
        </p:nvSpPr>
        <p:spPr>
          <a:xfrm>
            <a:off x="838200" y="829056"/>
            <a:ext cx="105156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VIDIA Sans"/>
              <a:buNone/>
              <a:defRPr b="0" i="0" sz="1600" u="none" cap="none" strike="noStrik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196" name="Google Shape;196;g3e23138d502_0_979"/>
          <p:cNvSpPr/>
          <p:nvPr>
            <p:ph idx="2" type="pic"/>
          </p:nvPr>
        </p:nvSpPr>
        <p:spPr>
          <a:xfrm>
            <a:off x="545868" y="1616604"/>
            <a:ext cx="2944200" cy="4006500"/>
          </a:xfrm>
          <a:prstGeom prst="rect">
            <a:avLst/>
          </a:prstGeom>
          <a:solidFill>
            <a:srgbClr val="151617">
              <a:alpha val="60780"/>
            </a:srgbClr>
          </a:solidFill>
          <a:ln cap="flat" cmpd="sng" w="3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g3e23138d502_0_979"/>
          <p:cNvSpPr txBox="1"/>
          <p:nvPr>
            <p:ph idx="3" type="body"/>
          </p:nvPr>
        </p:nvSpPr>
        <p:spPr>
          <a:xfrm>
            <a:off x="3686117" y="2306656"/>
            <a:ext cx="2308200" cy="262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5225" lIns="30475" spcFirstLastPara="1" rIns="30475" wrap="square" tIns="15225">
            <a:noAutofit/>
          </a:bodyPr>
          <a:lstStyle>
            <a:lvl1pPr indent="-32385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VIDIA Sans"/>
              <a:buChar char="•"/>
              <a:defRPr b="0" i="0" sz="15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31115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VIDIA Sans"/>
              <a:buChar char="•"/>
              <a:defRPr b="0" i="0" sz="13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3048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VIDIA Sans"/>
              <a:buChar char="•"/>
              <a:defRPr b="0" i="0" sz="12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9845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VIDIA Sans"/>
              <a:buChar char="•"/>
              <a:defRPr b="0" i="0" sz="11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8575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VIDIA Sans"/>
              <a:buChar char="•"/>
              <a:defRPr b="0" i="0" sz="9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198" name="Google Shape;198;g3e23138d502_0_979"/>
          <p:cNvSpPr/>
          <p:nvPr>
            <p:ph idx="4" type="pic"/>
          </p:nvPr>
        </p:nvSpPr>
        <p:spPr>
          <a:xfrm>
            <a:off x="6197602" y="1616604"/>
            <a:ext cx="2944200" cy="4006500"/>
          </a:xfrm>
          <a:prstGeom prst="rect">
            <a:avLst/>
          </a:prstGeom>
          <a:solidFill>
            <a:srgbClr val="151617">
              <a:alpha val="60780"/>
            </a:srgbClr>
          </a:solidFill>
          <a:ln cap="flat" cmpd="sng" w="3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g3e23138d502_0_979"/>
          <p:cNvSpPr txBox="1"/>
          <p:nvPr>
            <p:ph idx="5" type="body"/>
          </p:nvPr>
        </p:nvSpPr>
        <p:spPr>
          <a:xfrm>
            <a:off x="9337850" y="2306656"/>
            <a:ext cx="2308200" cy="262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5225" lIns="30475" spcFirstLastPara="1" rIns="30475" wrap="square" tIns="15225">
            <a:noAutofit/>
          </a:bodyPr>
          <a:lstStyle>
            <a:lvl1pPr indent="-32385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VIDIA Sans"/>
              <a:buChar char="•"/>
              <a:defRPr b="0" i="0" sz="15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31115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VIDIA Sans"/>
              <a:buChar char="•"/>
              <a:defRPr b="0" i="0" sz="13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3048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VIDIA Sans"/>
              <a:buChar char="•"/>
              <a:defRPr b="0" i="0" sz="12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9845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VIDIA Sans"/>
              <a:buChar char="•"/>
              <a:defRPr b="0" i="0" sz="11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8575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VIDIA Sans"/>
              <a:buChar char="•"/>
              <a:defRPr b="0" i="0" sz="9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200" name="Google Shape;200;g3e23138d502_0_979"/>
          <p:cNvSpPr txBox="1"/>
          <p:nvPr>
            <p:ph idx="6" type="body"/>
          </p:nvPr>
        </p:nvSpPr>
        <p:spPr>
          <a:xfrm>
            <a:off x="545868" y="5687987"/>
            <a:ext cx="29442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b="0" i="0" sz="1300" u="none" cap="none" strike="noStrik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201" name="Google Shape;201;g3e23138d502_0_979"/>
          <p:cNvSpPr txBox="1"/>
          <p:nvPr>
            <p:ph idx="7" type="body"/>
          </p:nvPr>
        </p:nvSpPr>
        <p:spPr>
          <a:xfrm>
            <a:off x="545868" y="5917189"/>
            <a:ext cx="29442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b="0" i="0" sz="9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202" name="Google Shape;202;g3e23138d502_0_979"/>
          <p:cNvSpPr txBox="1"/>
          <p:nvPr>
            <p:ph idx="8" type="body"/>
          </p:nvPr>
        </p:nvSpPr>
        <p:spPr>
          <a:xfrm>
            <a:off x="6197602" y="5687987"/>
            <a:ext cx="29442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b="0" i="0" sz="1300" u="none" cap="none" strike="noStrik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203" name="Google Shape;203;g3e23138d502_0_979"/>
          <p:cNvSpPr txBox="1"/>
          <p:nvPr>
            <p:ph idx="9" type="body"/>
          </p:nvPr>
        </p:nvSpPr>
        <p:spPr>
          <a:xfrm>
            <a:off x="6197602" y="5917189"/>
            <a:ext cx="29442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b="0" i="0" sz="9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-up Image">
  <p:cSld name="3-up Image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e23138d502_0_990"/>
          <p:cNvSpPr txBox="1"/>
          <p:nvPr>
            <p:ph type="title"/>
          </p:nvPr>
        </p:nvSpPr>
        <p:spPr>
          <a:xfrm>
            <a:off x="838200" y="0"/>
            <a:ext cx="10515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VIDIA Sans"/>
              <a:buNone/>
              <a:defRPr b="1" sz="2400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206" name="Google Shape;206;g3e23138d502_0_990"/>
          <p:cNvSpPr txBox="1"/>
          <p:nvPr>
            <p:ph idx="1" type="body"/>
          </p:nvPr>
        </p:nvSpPr>
        <p:spPr>
          <a:xfrm>
            <a:off x="838200" y="829056"/>
            <a:ext cx="105156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VIDIA Sans"/>
              <a:buNone/>
              <a:defRPr b="0" i="0" sz="1600" u="none" cap="none" strike="noStrik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207" name="Google Shape;207;g3e23138d502_0_990"/>
          <p:cNvSpPr/>
          <p:nvPr>
            <p:ph idx="2" type="pic"/>
          </p:nvPr>
        </p:nvSpPr>
        <p:spPr>
          <a:xfrm>
            <a:off x="8049491" y="1616604"/>
            <a:ext cx="3596700" cy="4006500"/>
          </a:xfrm>
          <a:prstGeom prst="rect">
            <a:avLst/>
          </a:prstGeom>
          <a:solidFill>
            <a:srgbClr val="151617">
              <a:alpha val="60780"/>
            </a:srgbClr>
          </a:solidFill>
          <a:ln cap="flat" cmpd="sng" w="3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g3e23138d502_0_990"/>
          <p:cNvSpPr/>
          <p:nvPr>
            <p:ph idx="3" type="pic"/>
          </p:nvPr>
        </p:nvSpPr>
        <p:spPr>
          <a:xfrm>
            <a:off x="4297679" y="1616604"/>
            <a:ext cx="3596700" cy="4006500"/>
          </a:xfrm>
          <a:prstGeom prst="rect">
            <a:avLst/>
          </a:prstGeom>
          <a:solidFill>
            <a:srgbClr val="151617">
              <a:alpha val="60780"/>
            </a:srgbClr>
          </a:solidFill>
          <a:ln cap="flat" cmpd="sng" w="3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g3e23138d502_0_990"/>
          <p:cNvSpPr/>
          <p:nvPr>
            <p:ph idx="4" type="pic"/>
          </p:nvPr>
        </p:nvSpPr>
        <p:spPr>
          <a:xfrm>
            <a:off x="545868" y="1616604"/>
            <a:ext cx="3596700" cy="4006500"/>
          </a:xfrm>
          <a:prstGeom prst="rect">
            <a:avLst/>
          </a:prstGeom>
          <a:solidFill>
            <a:srgbClr val="151617">
              <a:alpha val="60780"/>
            </a:srgbClr>
          </a:solidFill>
          <a:ln cap="flat" cmpd="sng" w="3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g3e23138d502_0_990"/>
          <p:cNvSpPr txBox="1"/>
          <p:nvPr>
            <p:ph idx="5" type="body"/>
          </p:nvPr>
        </p:nvSpPr>
        <p:spPr>
          <a:xfrm>
            <a:off x="551037" y="5687987"/>
            <a:ext cx="35967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b="0" i="0" sz="1300" u="none" cap="none" strike="noStrik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211" name="Google Shape;211;g3e23138d502_0_990"/>
          <p:cNvSpPr txBox="1"/>
          <p:nvPr>
            <p:ph idx="6" type="body"/>
          </p:nvPr>
        </p:nvSpPr>
        <p:spPr>
          <a:xfrm>
            <a:off x="551037" y="5917189"/>
            <a:ext cx="35967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b="0" i="0" sz="9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212" name="Google Shape;212;g3e23138d502_0_990"/>
          <p:cNvSpPr txBox="1"/>
          <p:nvPr>
            <p:ph idx="7" type="body"/>
          </p:nvPr>
        </p:nvSpPr>
        <p:spPr>
          <a:xfrm>
            <a:off x="4297680" y="5687987"/>
            <a:ext cx="35967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b="0" i="0" sz="1300" u="none" cap="none" strike="noStrik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213" name="Google Shape;213;g3e23138d502_0_990"/>
          <p:cNvSpPr txBox="1"/>
          <p:nvPr>
            <p:ph idx="8" type="body"/>
          </p:nvPr>
        </p:nvSpPr>
        <p:spPr>
          <a:xfrm>
            <a:off x="4297680" y="5917189"/>
            <a:ext cx="35967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b="0" i="0" sz="9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214" name="Google Shape;214;g3e23138d502_0_990"/>
          <p:cNvSpPr txBox="1"/>
          <p:nvPr>
            <p:ph idx="9" type="body"/>
          </p:nvPr>
        </p:nvSpPr>
        <p:spPr>
          <a:xfrm>
            <a:off x="8044323" y="5687987"/>
            <a:ext cx="35967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b="0" i="0" sz="1300" u="none" cap="none" strike="noStrik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215" name="Google Shape;215;g3e23138d502_0_990"/>
          <p:cNvSpPr txBox="1"/>
          <p:nvPr>
            <p:ph idx="13" type="body"/>
          </p:nvPr>
        </p:nvSpPr>
        <p:spPr>
          <a:xfrm>
            <a:off x="8044323" y="5917189"/>
            <a:ext cx="35967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b="0" i="0" sz="9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-up Image">
  <p:cSld name="4-up Image"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e23138d502_0_1002"/>
          <p:cNvSpPr txBox="1"/>
          <p:nvPr>
            <p:ph type="title"/>
          </p:nvPr>
        </p:nvSpPr>
        <p:spPr>
          <a:xfrm>
            <a:off x="838200" y="0"/>
            <a:ext cx="10515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VIDIA Sans"/>
              <a:buNone/>
              <a:defRPr b="1" sz="2400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218" name="Google Shape;218;g3e23138d502_0_1002"/>
          <p:cNvSpPr txBox="1"/>
          <p:nvPr>
            <p:ph idx="1" type="body"/>
          </p:nvPr>
        </p:nvSpPr>
        <p:spPr>
          <a:xfrm>
            <a:off x="838200" y="829056"/>
            <a:ext cx="105156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VIDIA Sans"/>
              <a:buNone/>
              <a:defRPr b="0" i="0" sz="1600" u="none" cap="none" strike="noStrik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219" name="Google Shape;219;g3e23138d502_0_1002"/>
          <p:cNvSpPr/>
          <p:nvPr>
            <p:ph idx="2" type="pic"/>
          </p:nvPr>
        </p:nvSpPr>
        <p:spPr>
          <a:xfrm>
            <a:off x="6173586" y="1616604"/>
            <a:ext cx="2661000" cy="4006500"/>
          </a:xfrm>
          <a:prstGeom prst="rect">
            <a:avLst/>
          </a:prstGeom>
          <a:solidFill>
            <a:srgbClr val="151617">
              <a:alpha val="60780"/>
            </a:srgbClr>
          </a:solidFill>
          <a:ln cap="flat" cmpd="sng" w="3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g3e23138d502_0_1002"/>
          <p:cNvSpPr/>
          <p:nvPr>
            <p:ph idx="3" type="pic"/>
          </p:nvPr>
        </p:nvSpPr>
        <p:spPr>
          <a:xfrm>
            <a:off x="3357418" y="1616604"/>
            <a:ext cx="2661000" cy="4006500"/>
          </a:xfrm>
          <a:prstGeom prst="rect">
            <a:avLst/>
          </a:prstGeom>
          <a:solidFill>
            <a:srgbClr val="151617">
              <a:alpha val="60780"/>
            </a:srgbClr>
          </a:solidFill>
          <a:ln cap="flat" cmpd="sng" w="3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g3e23138d502_0_1002"/>
          <p:cNvSpPr/>
          <p:nvPr>
            <p:ph idx="4" type="pic"/>
          </p:nvPr>
        </p:nvSpPr>
        <p:spPr>
          <a:xfrm>
            <a:off x="545869" y="1616604"/>
            <a:ext cx="2656500" cy="4006500"/>
          </a:xfrm>
          <a:prstGeom prst="rect">
            <a:avLst/>
          </a:prstGeom>
          <a:solidFill>
            <a:srgbClr val="151617">
              <a:alpha val="60780"/>
            </a:srgbClr>
          </a:solidFill>
          <a:ln cap="flat" cmpd="sng" w="3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g3e23138d502_0_1002"/>
          <p:cNvSpPr/>
          <p:nvPr>
            <p:ph idx="5" type="pic"/>
          </p:nvPr>
        </p:nvSpPr>
        <p:spPr>
          <a:xfrm>
            <a:off x="8989753" y="1616604"/>
            <a:ext cx="2656500" cy="4006500"/>
          </a:xfrm>
          <a:prstGeom prst="rect">
            <a:avLst/>
          </a:prstGeom>
          <a:solidFill>
            <a:srgbClr val="151617">
              <a:alpha val="60780"/>
            </a:srgbClr>
          </a:solidFill>
          <a:ln cap="flat" cmpd="sng" w="3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g3e23138d502_0_1002"/>
          <p:cNvSpPr txBox="1"/>
          <p:nvPr>
            <p:ph idx="6" type="body"/>
          </p:nvPr>
        </p:nvSpPr>
        <p:spPr>
          <a:xfrm>
            <a:off x="3362444" y="5687987"/>
            <a:ext cx="26559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b="0" i="0" sz="1300" u="none" cap="none" strike="noStrik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224" name="Google Shape;224;g3e23138d502_0_1002"/>
          <p:cNvSpPr txBox="1"/>
          <p:nvPr>
            <p:ph idx="7" type="body"/>
          </p:nvPr>
        </p:nvSpPr>
        <p:spPr>
          <a:xfrm>
            <a:off x="543509" y="5687987"/>
            <a:ext cx="2649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b="0" i="0" sz="1300" u="none" cap="none" strike="noStrik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225" name="Google Shape;225;g3e23138d502_0_1002"/>
          <p:cNvSpPr txBox="1"/>
          <p:nvPr>
            <p:ph idx="8" type="body"/>
          </p:nvPr>
        </p:nvSpPr>
        <p:spPr>
          <a:xfrm>
            <a:off x="3362444" y="5917189"/>
            <a:ext cx="26559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b="0" i="0" sz="9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226" name="Google Shape;226;g3e23138d502_0_1002"/>
          <p:cNvSpPr txBox="1"/>
          <p:nvPr>
            <p:ph idx="9" type="body"/>
          </p:nvPr>
        </p:nvSpPr>
        <p:spPr>
          <a:xfrm>
            <a:off x="543509" y="5917189"/>
            <a:ext cx="2649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b="0" i="0" sz="9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227" name="Google Shape;227;g3e23138d502_0_1002"/>
          <p:cNvSpPr txBox="1"/>
          <p:nvPr>
            <p:ph idx="13" type="body"/>
          </p:nvPr>
        </p:nvSpPr>
        <p:spPr>
          <a:xfrm>
            <a:off x="6175843" y="5687987"/>
            <a:ext cx="2649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b="0" i="0" sz="1300" u="none" cap="none" strike="noStrik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228" name="Google Shape;228;g3e23138d502_0_1002"/>
          <p:cNvSpPr txBox="1"/>
          <p:nvPr>
            <p:ph idx="14" type="body"/>
          </p:nvPr>
        </p:nvSpPr>
        <p:spPr>
          <a:xfrm>
            <a:off x="6175843" y="5917189"/>
            <a:ext cx="2649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b="0" i="0" sz="9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229" name="Google Shape;229;g3e23138d502_0_1002"/>
          <p:cNvSpPr txBox="1"/>
          <p:nvPr>
            <p:ph idx="15" type="body"/>
          </p:nvPr>
        </p:nvSpPr>
        <p:spPr>
          <a:xfrm>
            <a:off x="8992012" y="5687987"/>
            <a:ext cx="2649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b="0" i="0" sz="1300" u="none" cap="none" strike="noStrik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230" name="Google Shape;230;g3e23138d502_0_1002"/>
          <p:cNvSpPr txBox="1"/>
          <p:nvPr>
            <p:ph idx="16" type="body"/>
          </p:nvPr>
        </p:nvSpPr>
        <p:spPr>
          <a:xfrm>
            <a:off x="8992012" y="5917189"/>
            <a:ext cx="2649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b="0" i="0" sz="9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-up Image">
  <p:cSld name="5-up Image"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e23138d502_0_1017"/>
          <p:cNvSpPr/>
          <p:nvPr>
            <p:ph idx="2" type="pic"/>
          </p:nvPr>
        </p:nvSpPr>
        <p:spPr>
          <a:xfrm>
            <a:off x="4297131" y="1616605"/>
            <a:ext cx="3596700" cy="1645800"/>
          </a:xfrm>
          <a:prstGeom prst="rect">
            <a:avLst/>
          </a:prstGeom>
          <a:solidFill>
            <a:srgbClr val="151617">
              <a:alpha val="60780"/>
            </a:srgbClr>
          </a:solidFill>
          <a:ln cap="flat" cmpd="sng" w="3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g3e23138d502_0_1017"/>
          <p:cNvSpPr/>
          <p:nvPr>
            <p:ph idx="3" type="pic"/>
          </p:nvPr>
        </p:nvSpPr>
        <p:spPr>
          <a:xfrm>
            <a:off x="548528" y="1616605"/>
            <a:ext cx="3596700" cy="1645800"/>
          </a:xfrm>
          <a:prstGeom prst="rect">
            <a:avLst/>
          </a:prstGeom>
          <a:solidFill>
            <a:srgbClr val="151617">
              <a:alpha val="60780"/>
            </a:srgbClr>
          </a:solidFill>
          <a:ln cap="flat" cmpd="sng" w="3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g3e23138d502_0_1017"/>
          <p:cNvSpPr/>
          <p:nvPr>
            <p:ph idx="4" type="pic"/>
          </p:nvPr>
        </p:nvSpPr>
        <p:spPr>
          <a:xfrm>
            <a:off x="8049491" y="1616605"/>
            <a:ext cx="3596700" cy="1645800"/>
          </a:xfrm>
          <a:prstGeom prst="rect">
            <a:avLst/>
          </a:prstGeom>
          <a:solidFill>
            <a:srgbClr val="151617">
              <a:alpha val="60780"/>
            </a:srgbClr>
          </a:solidFill>
          <a:ln cap="flat" cmpd="sng" w="3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g3e23138d502_0_1017"/>
          <p:cNvSpPr txBox="1"/>
          <p:nvPr>
            <p:ph idx="1" type="body"/>
          </p:nvPr>
        </p:nvSpPr>
        <p:spPr>
          <a:xfrm>
            <a:off x="552281" y="3327295"/>
            <a:ext cx="35928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b="0" i="0" sz="1300" u="none" cap="none" strike="noStrik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236" name="Google Shape;236;g3e23138d502_0_1017"/>
          <p:cNvSpPr txBox="1"/>
          <p:nvPr>
            <p:ph idx="5" type="body"/>
          </p:nvPr>
        </p:nvSpPr>
        <p:spPr>
          <a:xfrm>
            <a:off x="552281" y="3556498"/>
            <a:ext cx="35928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b="0" i="0" sz="9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237" name="Google Shape;237;g3e23138d502_0_1017"/>
          <p:cNvSpPr txBox="1"/>
          <p:nvPr>
            <p:ph idx="6" type="body"/>
          </p:nvPr>
        </p:nvSpPr>
        <p:spPr>
          <a:xfrm>
            <a:off x="4298116" y="3327295"/>
            <a:ext cx="35928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b="0" i="0" sz="1300" u="none" cap="none" strike="noStrik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238" name="Google Shape;238;g3e23138d502_0_1017"/>
          <p:cNvSpPr txBox="1"/>
          <p:nvPr>
            <p:ph idx="7" type="body"/>
          </p:nvPr>
        </p:nvSpPr>
        <p:spPr>
          <a:xfrm>
            <a:off x="4298116" y="3556498"/>
            <a:ext cx="35928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b="0" i="0" sz="9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239" name="Google Shape;239;g3e23138d502_0_1017"/>
          <p:cNvSpPr txBox="1"/>
          <p:nvPr>
            <p:ph idx="8" type="body"/>
          </p:nvPr>
        </p:nvSpPr>
        <p:spPr>
          <a:xfrm>
            <a:off x="8050438" y="3327295"/>
            <a:ext cx="35931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b="0" i="0" sz="1300" u="none" cap="none" strike="noStrik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240" name="Google Shape;240;g3e23138d502_0_1017"/>
          <p:cNvSpPr txBox="1"/>
          <p:nvPr>
            <p:ph idx="9" type="body"/>
          </p:nvPr>
        </p:nvSpPr>
        <p:spPr>
          <a:xfrm>
            <a:off x="8050438" y="3556498"/>
            <a:ext cx="35931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b="0" i="0" sz="9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241" name="Google Shape;241;g3e23138d502_0_1017"/>
          <p:cNvSpPr/>
          <p:nvPr>
            <p:ph idx="13" type="pic"/>
          </p:nvPr>
        </p:nvSpPr>
        <p:spPr>
          <a:xfrm>
            <a:off x="6173586" y="3977296"/>
            <a:ext cx="3596700" cy="1645800"/>
          </a:xfrm>
          <a:prstGeom prst="rect">
            <a:avLst/>
          </a:prstGeom>
          <a:solidFill>
            <a:srgbClr val="151617">
              <a:alpha val="60780"/>
            </a:srgbClr>
          </a:solidFill>
          <a:ln cap="flat" cmpd="sng" w="3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g3e23138d502_0_1017"/>
          <p:cNvSpPr/>
          <p:nvPr>
            <p:ph idx="14" type="pic"/>
          </p:nvPr>
        </p:nvSpPr>
        <p:spPr>
          <a:xfrm>
            <a:off x="2421773" y="3977296"/>
            <a:ext cx="3596700" cy="1645800"/>
          </a:xfrm>
          <a:prstGeom prst="rect">
            <a:avLst/>
          </a:prstGeom>
          <a:solidFill>
            <a:srgbClr val="151617">
              <a:alpha val="60780"/>
            </a:srgbClr>
          </a:solidFill>
          <a:ln cap="flat" cmpd="sng" w="3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" name="Google Shape;243;g3e23138d502_0_1017"/>
          <p:cNvSpPr txBox="1"/>
          <p:nvPr>
            <p:ph idx="15" type="body"/>
          </p:nvPr>
        </p:nvSpPr>
        <p:spPr>
          <a:xfrm>
            <a:off x="2425529" y="5687987"/>
            <a:ext cx="35928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b="0" i="0" sz="1300" u="none" cap="none" strike="noStrik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244" name="Google Shape;244;g3e23138d502_0_1017"/>
          <p:cNvSpPr txBox="1"/>
          <p:nvPr>
            <p:ph idx="16" type="body"/>
          </p:nvPr>
        </p:nvSpPr>
        <p:spPr>
          <a:xfrm>
            <a:off x="2425529" y="5917189"/>
            <a:ext cx="35928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b="0" i="0" sz="9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245" name="Google Shape;245;g3e23138d502_0_1017"/>
          <p:cNvSpPr txBox="1"/>
          <p:nvPr>
            <p:ph idx="17" type="body"/>
          </p:nvPr>
        </p:nvSpPr>
        <p:spPr>
          <a:xfrm>
            <a:off x="6177851" y="5687987"/>
            <a:ext cx="35931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b="0" i="0" sz="1300" u="none" cap="none" strike="noStrik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246" name="Google Shape;246;g3e23138d502_0_1017"/>
          <p:cNvSpPr txBox="1"/>
          <p:nvPr>
            <p:ph idx="18" type="body"/>
          </p:nvPr>
        </p:nvSpPr>
        <p:spPr>
          <a:xfrm>
            <a:off x="6177851" y="5917189"/>
            <a:ext cx="35931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b="0" i="0" sz="9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247" name="Google Shape;247;g3e23138d502_0_1017"/>
          <p:cNvSpPr txBox="1"/>
          <p:nvPr>
            <p:ph type="title"/>
          </p:nvPr>
        </p:nvSpPr>
        <p:spPr>
          <a:xfrm>
            <a:off x="838200" y="0"/>
            <a:ext cx="10515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VIDIA Sans"/>
              <a:buNone/>
              <a:defRPr b="1" sz="2400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248" name="Google Shape;248;g3e23138d502_0_1017"/>
          <p:cNvSpPr txBox="1"/>
          <p:nvPr>
            <p:ph idx="19" type="body"/>
          </p:nvPr>
        </p:nvSpPr>
        <p:spPr>
          <a:xfrm>
            <a:off x="838200" y="829056"/>
            <a:ext cx="105156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VIDIA Sans"/>
              <a:buNone/>
              <a:defRPr b="0" i="0" sz="1600" u="none" cap="none" strike="noStrik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-up Image">
  <p:cSld name="6-up Image"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e23138d502_0_1035"/>
          <p:cNvSpPr/>
          <p:nvPr>
            <p:ph idx="2" type="pic"/>
          </p:nvPr>
        </p:nvSpPr>
        <p:spPr>
          <a:xfrm>
            <a:off x="4297131" y="1616605"/>
            <a:ext cx="3596700" cy="1645800"/>
          </a:xfrm>
          <a:prstGeom prst="rect">
            <a:avLst/>
          </a:prstGeom>
          <a:solidFill>
            <a:srgbClr val="151617">
              <a:alpha val="60780"/>
            </a:srgbClr>
          </a:solidFill>
          <a:ln cap="flat" cmpd="sng" w="3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" name="Google Shape;251;g3e23138d502_0_1035"/>
          <p:cNvSpPr/>
          <p:nvPr>
            <p:ph idx="3" type="pic"/>
          </p:nvPr>
        </p:nvSpPr>
        <p:spPr>
          <a:xfrm>
            <a:off x="548528" y="1616605"/>
            <a:ext cx="3596700" cy="1645800"/>
          </a:xfrm>
          <a:prstGeom prst="rect">
            <a:avLst/>
          </a:prstGeom>
          <a:solidFill>
            <a:srgbClr val="151617">
              <a:alpha val="60780"/>
            </a:srgbClr>
          </a:solidFill>
          <a:ln cap="flat" cmpd="sng" w="3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g3e23138d502_0_1035"/>
          <p:cNvSpPr/>
          <p:nvPr>
            <p:ph idx="4" type="pic"/>
          </p:nvPr>
        </p:nvSpPr>
        <p:spPr>
          <a:xfrm>
            <a:off x="8049491" y="1616605"/>
            <a:ext cx="3596700" cy="1645800"/>
          </a:xfrm>
          <a:prstGeom prst="rect">
            <a:avLst/>
          </a:prstGeom>
          <a:solidFill>
            <a:srgbClr val="151617">
              <a:alpha val="60780"/>
            </a:srgbClr>
          </a:solidFill>
          <a:ln cap="flat" cmpd="sng" w="3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g3e23138d502_0_1035"/>
          <p:cNvSpPr txBox="1"/>
          <p:nvPr>
            <p:ph idx="1" type="body"/>
          </p:nvPr>
        </p:nvSpPr>
        <p:spPr>
          <a:xfrm>
            <a:off x="552281" y="3327295"/>
            <a:ext cx="35928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b="0" i="0" sz="1300" u="none" cap="none" strike="noStrik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254" name="Google Shape;254;g3e23138d502_0_1035"/>
          <p:cNvSpPr txBox="1"/>
          <p:nvPr>
            <p:ph idx="5" type="body"/>
          </p:nvPr>
        </p:nvSpPr>
        <p:spPr>
          <a:xfrm>
            <a:off x="552281" y="3556498"/>
            <a:ext cx="35928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b="0" i="0" sz="9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255" name="Google Shape;255;g3e23138d502_0_1035"/>
          <p:cNvSpPr txBox="1"/>
          <p:nvPr>
            <p:ph idx="6" type="body"/>
          </p:nvPr>
        </p:nvSpPr>
        <p:spPr>
          <a:xfrm>
            <a:off x="4298116" y="3327295"/>
            <a:ext cx="35928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b="0" i="0" sz="1300" u="none" cap="none" strike="noStrik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256" name="Google Shape;256;g3e23138d502_0_1035"/>
          <p:cNvSpPr txBox="1"/>
          <p:nvPr>
            <p:ph idx="7" type="body"/>
          </p:nvPr>
        </p:nvSpPr>
        <p:spPr>
          <a:xfrm>
            <a:off x="4298116" y="3556498"/>
            <a:ext cx="35928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b="0" i="0" sz="9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257" name="Google Shape;257;g3e23138d502_0_1035"/>
          <p:cNvSpPr txBox="1"/>
          <p:nvPr>
            <p:ph idx="8" type="body"/>
          </p:nvPr>
        </p:nvSpPr>
        <p:spPr>
          <a:xfrm>
            <a:off x="8050438" y="3327295"/>
            <a:ext cx="35931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b="0" i="0" sz="1300" u="none" cap="none" strike="noStrik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258" name="Google Shape;258;g3e23138d502_0_1035"/>
          <p:cNvSpPr txBox="1"/>
          <p:nvPr>
            <p:ph idx="9" type="body"/>
          </p:nvPr>
        </p:nvSpPr>
        <p:spPr>
          <a:xfrm>
            <a:off x="8050438" y="3556498"/>
            <a:ext cx="35931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b="0" i="0" sz="9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259" name="Google Shape;259;g3e23138d502_0_1035"/>
          <p:cNvSpPr/>
          <p:nvPr>
            <p:ph idx="13" type="pic"/>
          </p:nvPr>
        </p:nvSpPr>
        <p:spPr>
          <a:xfrm>
            <a:off x="4300885" y="3977296"/>
            <a:ext cx="3596700" cy="1645800"/>
          </a:xfrm>
          <a:prstGeom prst="rect">
            <a:avLst/>
          </a:prstGeom>
          <a:solidFill>
            <a:srgbClr val="151617">
              <a:alpha val="60780"/>
            </a:srgbClr>
          </a:solidFill>
          <a:ln cap="flat" cmpd="sng" w="3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0" name="Google Shape;260;g3e23138d502_0_1035"/>
          <p:cNvSpPr/>
          <p:nvPr>
            <p:ph idx="14" type="pic"/>
          </p:nvPr>
        </p:nvSpPr>
        <p:spPr>
          <a:xfrm>
            <a:off x="552281" y="3977296"/>
            <a:ext cx="3596700" cy="1645800"/>
          </a:xfrm>
          <a:prstGeom prst="rect">
            <a:avLst/>
          </a:prstGeom>
          <a:solidFill>
            <a:srgbClr val="151617">
              <a:alpha val="60780"/>
            </a:srgbClr>
          </a:solidFill>
          <a:ln cap="flat" cmpd="sng" w="3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" name="Google Shape;261;g3e23138d502_0_1035"/>
          <p:cNvSpPr/>
          <p:nvPr>
            <p:ph idx="15" type="pic"/>
          </p:nvPr>
        </p:nvSpPr>
        <p:spPr>
          <a:xfrm>
            <a:off x="8053245" y="3977296"/>
            <a:ext cx="3596700" cy="1645800"/>
          </a:xfrm>
          <a:prstGeom prst="rect">
            <a:avLst/>
          </a:prstGeom>
          <a:solidFill>
            <a:srgbClr val="151617">
              <a:alpha val="60780"/>
            </a:srgbClr>
          </a:solidFill>
          <a:ln cap="flat" cmpd="sng" w="3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" name="Google Shape;262;g3e23138d502_0_1035"/>
          <p:cNvSpPr txBox="1"/>
          <p:nvPr>
            <p:ph idx="16" type="body"/>
          </p:nvPr>
        </p:nvSpPr>
        <p:spPr>
          <a:xfrm>
            <a:off x="556035" y="5687987"/>
            <a:ext cx="35928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b="0" i="0" sz="1300" u="none" cap="none" strike="noStrik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263" name="Google Shape;263;g3e23138d502_0_1035"/>
          <p:cNvSpPr txBox="1"/>
          <p:nvPr>
            <p:ph idx="17" type="body"/>
          </p:nvPr>
        </p:nvSpPr>
        <p:spPr>
          <a:xfrm>
            <a:off x="556035" y="5917189"/>
            <a:ext cx="35928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b="0" i="0" sz="9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264" name="Google Shape;264;g3e23138d502_0_1035"/>
          <p:cNvSpPr txBox="1"/>
          <p:nvPr>
            <p:ph idx="18" type="body"/>
          </p:nvPr>
        </p:nvSpPr>
        <p:spPr>
          <a:xfrm>
            <a:off x="4301870" y="5687987"/>
            <a:ext cx="35928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b="0" i="0" sz="1300" u="none" cap="none" strike="noStrik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265" name="Google Shape;265;g3e23138d502_0_1035"/>
          <p:cNvSpPr txBox="1"/>
          <p:nvPr>
            <p:ph idx="19" type="body"/>
          </p:nvPr>
        </p:nvSpPr>
        <p:spPr>
          <a:xfrm>
            <a:off x="4301870" y="5917189"/>
            <a:ext cx="35928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b="0" i="0" sz="9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266" name="Google Shape;266;g3e23138d502_0_1035"/>
          <p:cNvSpPr txBox="1"/>
          <p:nvPr>
            <p:ph idx="20" type="body"/>
          </p:nvPr>
        </p:nvSpPr>
        <p:spPr>
          <a:xfrm>
            <a:off x="8054192" y="5687987"/>
            <a:ext cx="35931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b="0" i="0" sz="1300" u="none" cap="none" strike="noStrik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267" name="Google Shape;267;g3e23138d502_0_1035"/>
          <p:cNvSpPr txBox="1"/>
          <p:nvPr>
            <p:ph idx="21" type="body"/>
          </p:nvPr>
        </p:nvSpPr>
        <p:spPr>
          <a:xfrm>
            <a:off x="8054192" y="5917189"/>
            <a:ext cx="35931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b="0" i="0" sz="9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268" name="Google Shape;268;g3e23138d502_0_1035"/>
          <p:cNvSpPr txBox="1"/>
          <p:nvPr>
            <p:ph type="title"/>
          </p:nvPr>
        </p:nvSpPr>
        <p:spPr>
          <a:xfrm>
            <a:off x="838200" y="0"/>
            <a:ext cx="10515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VIDIA Sans"/>
              <a:buNone/>
              <a:defRPr b="1" sz="2400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269" name="Google Shape;269;g3e23138d502_0_1035"/>
          <p:cNvSpPr txBox="1"/>
          <p:nvPr>
            <p:ph idx="22" type="body"/>
          </p:nvPr>
        </p:nvSpPr>
        <p:spPr>
          <a:xfrm>
            <a:off x="838200" y="829056"/>
            <a:ext cx="105156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VIDIA Sans"/>
              <a:buNone/>
              <a:defRPr b="0" i="0" sz="1600" u="none" cap="none" strike="noStrik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-up Image">
  <p:cSld name="7-up Image"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e23138d502_0_1056"/>
          <p:cNvSpPr txBox="1"/>
          <p:nvPr>
            <p:ph idx="1" type="body"/>
          </p:nvPr>
        </p:nvSpPr>
        <p:spPr>
          <a:xfrm>
            <a:off x="4778357" y="5686374"/>
            <a:ext cx="26517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b="0" i="0" sz="1300" u="none" cap="none" strike="noStrik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272" name="Google Shape;272;g3e23138d502_0_1056"/>
          <p:cNvSpPr txBox="1"/>
          <p:nvPr>
            <p:ph idx="2" type="body"/>
          </p:nvPr>
        </p:nvSpPr>
        <p:spPr>
          <a:xfrm>
            <a:off x="1962191" y="5686374"/>
            <a:ext cx="26568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b="0" i="0" sz="1300" u="none" cap="none" strike="noStrik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273" name="Google Shape;273;g3e23138d502_0_1056"/>
          <p:cNvSpPr txBox="1"/>
          <p:nvPr>
            <p:ph idx="3" type="body"/>
          </p:nvPr>
        </p:nvSpPr>
        <p:spPr>
          <a:xfrm>
            <a:off x="4778357" y="5909019"/>
            <a:ext cx="26517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b="0" i="0" sz="9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274" name="Google Shape;274;g3e23138d502_0_1056"/>
          <p:cNvSpPr txBox="1"/>
          <p:nvPr>
            <p:ph idx="4" type="body"/>
          </p:nvPr>
        </p:nvSpPr>
        <p:spPr>
          <a:xfrm>
            <a:off x="1962191" y="5909019"/>
            <a:ext cx="26568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b="0" i="0" sz="9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275" name="Google Shape;275;g3e23138d502_0_1056"/>
          <p:cNvSpPr/>
          <p:nvPr>
            <p:ph idx="5" type="pic"/>
          </p:nvPr>
        </p:nvSpPr>
        <p:spPr>
          <a:xfrm>
            <a:off x="1962191" y="3975399"/>
            <a:ext cx="2651700" cy="1645800"/>
          </a:xfrm>
          <a:prstGeom prst="rect">
            <a:avLst/>
          </a:prstGeom>
          <a:solidFill>
            <a:srgbClr val="151617">
              <a:alpha val="60780"/>
            </a:srgbClr>
          </a:solidFill>
          <a:ln cap="flat" cmpd="sng" w="3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6" name="Google Shape;276;g3e23138d502_0_1056"/>
          <p:cNvSpPr/>
          <p:nvPr>
            <p:ph idx="6" type="pic"/>
          </p:nvPr>
        </p:nvSpPr>
        <p:spPr>
          <a:xfrm>
            <a:off x="4778358" y="3975399"/>
            <a:ext cx="2651700" cy="1645800"/>
          </a:xfrm>
          <a:prstGeom prst="rect">
            <a:avLst/>
          </a:prstGeom>
          <a:solidFill>
            <a:srgbClr val="151617">
              <a:alpha val="60780"/>
            </a:srgbClr>
          </a:solidFill>
          <a:ln cap="flat" cmpd="sng" w="3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7" name="Google Shape;277;g3e23138d502_0_1056"/>
          <p:cNvSpPr/>
          <p:nvPr>
            <p:ph idx="7" type="pic"/>
          </p:nvPr>
        </p:nvSpPr>
        <p:spPr>
          <a:xfrm>
            <a:off x="7594525" y="3975399"/>
            <a:ext cx="2651700" cy="1645800"/>
          </a:xfrm>
          <a:prstGeom prst="rect">
            <a:avLst/>
          </a:prstGeom>
          <a:solidFill>
            <a:srgbClr val="151617">
              <a:alpha val="60780"/>
            </a:srgbClr>
          </a:solidFill>
          <a:ln cap="flat" cmpd="sng" w="3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8" name="Google Shape;278;g3e23138d502_0_1056"/>
          <p:cNvSpPr txBox="1"/>
          <p:nvPr>
            <p:ph idx="8" type="body"/>
          </p:nvPr>
        </p:nvSpPr>
        <p:spPr>
          <a:xfrm>
            <a:off x="7594525" y="5686374"/>
            <a:ext cx="26505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b="0" i="0" sz="1300" u="none" cap="none" strike="noStrik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279" name="Google Shape;279;g3e23138d502_0_1056"/>
          <p:cNvSpPr txBox="1"/>
          <p:nvPr>
            <p:ph idx="9" type="body"/>
          </p:nvPr>
        </p:nvSpPr>
        <p:spPr>
          <a:xfrm>
            <a:off x="7594525" y="5909019"/>
            <a:ext cx="26505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b="0" i="0" sz="9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280" name="Google Shape;280;g3e23138d502_0_1056"/>
          <p:cNvSpPr/>
          <p:nvPr>
            <p:ph idx="13" type="pic"/>
          </p:nvPr>
        </p:nvSpPr>
        <p:spPr>
          <a:xfrm>
            <a:off x="6178203" y="1616605"/>
            <a:ext cx="2651700" cy="1645800"/>
          </a:xfrm>
          <a:prstGeom prst="rect">
            <a:avLst/>
          </a:prstGeom>
          <a:solidFill>
            <a:srgbClr val="151617">
              <a:alpha val="60780"/>
            </a:srgbClr>
          </a:solidFill>
          <a:ln cap="flat" cmpd="sng" w="3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1" name="Google Shape;281;g3e23138d502_0_1056"/>
          <p:cNvSpPr/>
          <p:nvPr>
            <p:ph idx="14" type="pic"/>
          </p:nvPr>
        </p:nvSpPr>
        <p:spPr>
          <a:xfrm>
            <a:off x="3362036" y="1616605"/>
            <a:ext cx="2651700" cy="1645800"/>
          </a:xfrm>
          <a:prstGeom prst="rect">
            <a:avLst/>
          </a:prstGeom>
          <a:solidFill>
            <a:srgbClr val="151617">
              <a:alpha val="60780"/>
            </a:srgbClr>
          </a:solidFill>
          <a:ln cap="flat" cmpd="sng" w="3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2" name="Google Shape;282;g3e23138d502_0_1056"/>
          <p:cNvSpPr/>
          <p:nvPr>
            <p:ph idx="15" type="pic"/>
          </p:nvPr>
        </p:nvSpPr>
        <p:spPr>
          <a:xfrm>
            <a:off x="545869" y="1616605"/>
            <a:ext cx="2651700" cy="1645800"/>
          </a:xfrm>
          <a:prstGeom prst="rect">
            <a:avLst/>
          </a:prstGeom>
          <a:solidFill>
            <a:srgbClr val="151617">
              <a:alpha val="60780"/>
            </a:srgbClr>
          </a:solidFill>
          <a:ln cap="flat" cmpd="sng" w="3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3" name="Google Shape;283;g3e23138d502_0_1056"/>
          <p:cNvSpPr/>
          <p:nvPr>
            <p:ph idx="16" type="pic"/>
          </p:nvPr>
        </p:nvSpPr>
        <p:spPr>
          <a:xfrm>
            <a:off x="8994371" y="1616605"/>
            <a:ext cx="2651700" cy="1645800"/>
          </a:xfrm>
          <a:prstGeom prst="rect">
            <a:avLst/>
          </a:prstGeom>
          <a:solidFill>
            <a:srgbClr val="151617">
              <a:alpha val="60780"/>
            </a:srgbClr>
          </a:solidFill>
          <a:ln cap="flat" cmpd="sng" w="3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4" name="Google Shape;284;g3e23138d502_0_1056"/>
          <p:cNvSpPr txBox="1"/>
          <p:nvPr>
            <p:ph idx="17" type="body"/>
          </p:nvPr>
        </p:nvSpPr>
        <p:spPr>
          <a:xfrm>
            <a:off x="3364803" y="3327295"/>
            <a:ext cx="2649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b="0" i="0" sz="1300" u="none" cap="none" strike="noStrik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285" name="Google Shape;285;g3e23138d502_0_1056"/>
          <p:cNvSpPr txBox="1"/>
          <p:nvPr>
            <p:ph idx="18" type="body"/>
          </p:nvPr>
        </p:nvSpPr>
        <p:spPr>
          <a:xfrm>
            <a:off x="545868" y="3327295"/>
            <a:ext cx="2649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b="0" i="0" sz="1300" u="none" cap="none" strike="noStrik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286" name="Google Shape;286;g3e23138d502_0_1056"/>
          <p:cNvSpPr txBox="1"/>
          <p:nvPr>
            <p:ph idx="19" type="body"/>
          </p:nvPr>
        </p:nvSpPr>
        <p:spPr>
          <a:xfrm>
            <a:off x="3364803" y="3556498"/>
            <a:ext cx="2649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b="0" i="0" sz="9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287" name="Google Shape;287;g3e23138d502_0_1056"/>
          <p:cNvSpPr txBox="1"/>
          <p:nvPr>
            <p:ph idx="20" type="body"/>
          </p:nvPr>
        </p:nvSpPr>
        <p:spPr>
          <a:xfrm>
            <a:off x="545868" y="3556498"/>
            <a:ext cx="2649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b="0" i="0" sz="9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288" name="Google Shape;288;g3e23138d502_0_1056"/>
          <p:cNvSpPr txBox="1"/>
          <p:nvPr>
            <p:ph idx="21" type="body"/>
          </p:nvPr>
        </p:nvSpPr>
        <p:spPr>
          <a:xfrm>
            <a:off x="6178202" y="3327295"/>
            <a:ext cx="2649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b="0" i="0" sz="1300" u="none" cap="none" strike="noStrik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289" name="Google Shape;289;g3e23138d502_0_1056"/>
          <p:cNvSpPr txBox="1"/>
          <p:nvPr>
            <p:ph idx="22" type="body"/>
          </p:nvPr>
        </p:nvSpPr>
        <p:spPr>
          <a:xfrm>
            <a:off x="6178202" y="3556498"/>
            <a:ext cx="2649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b="0" i="0" sz="9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290" name="Google Shape;290;g3e23138d502_0_1056"/>
          <p:cNvSpPr txBox="1"/>
          <p:nvPr>
            <p:ph idx="23" type="body"/>
          </p:nvPr>
        </p:nvSpPr>
        <p:spPr>
          <a:xfrm>
            <a:off x="8994371" y="3327295"/>
            <a:ext cx="2649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b="0" i="0" sz="1300" u="none" cap="none" strike="noStrik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291" name="Google Shape;291;g3e23138d502_0_1056"/>
          <p:cNvSpPr txBox="1"/>
          <p:nvPr>
            <p:ph idx="24" type="body"/>
          </p:nvPr>
        </p:nvSpPr>
        <p:spPr>
          <a:xfrm>
            <a:off x="8994371" y="3556498"/>
            <a:ext cx="2649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b="0" i="0" sz="9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292" name="Google Shape;292;g3e23138d502_0_1056"/>
          <p:cNvSpPr txBox="1"/>
          <p:nvPr>
            <p:ph type="title"/>
          </p:nvPr>
        </p:nvSpPr>
        <p:spPr>
          <a:xfrm>
            <a:off x="838200" y="0"/>
            <a:ext cx="10515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VIDIA Sans"/>
              <a:buNone/>
              <a:defRPr b="1" sz="2400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293" name="Google Shape;293;g3e23138d502_0_1056"/>
          <p:cNvSpPr txBox="1"/>
          <p:nvPr>
            <p:ph idx="25" type="body"/>
          </p:nvPr>
        </p:nvSpPr>
        <p:spPr>
          <a:xfrm>
            <a:off x="838200" y="829056"/>
            <a:ext cx="105156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VIDIA Sans"/>
              <a:buNone/>
              <a:defRPr b="0" i="0" sz="1600" u="none" cap="none" strike="noStrik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-up Image">
  <p:cSld name="8-up Image"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e23138d502_0_1080"/>
          <p:cNvSpPr/>
          <p:nvPr>
            <p:ph idx="2" type="pic"/>
          </p:nvPr>
        </p:nvSpPr>
        <p:spPr>
          <a:xfrm>
            <a:off x="545868" y="3975399"/>
            <a:ext cx="2651700" cy="1645800"/>
          </a:xfrm>
          <a:prstGeom prst="rect">
            <a:avLst/>
          </a:prstGeom>
          <a:solidFill>
            <a:srgbClr val="151617">
              <a:alpha val="60780"/>
            </a:srgbClr>
          </a:solidFill>
          <a:ln cap="flat" cmpd="sng" w="3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6" name="Google Shape;296;g3e23138d502_0_1080"/>
          <p:cNvSpPr/>
          <p:nvPr>
            <p:ph idx="3" type="pic"/>
          </p:nvPr>
        </p:nvSpPr>
        <p:spPr>
          <a:xfrm>
            <a:off x="3362035" y="3975399"/>
            <a:ext cx="2651700" cy="1645800"/>
          </a:xfrm>
          <a:prstGeom prst="rect">
            <a:avLst/>
          </a:prstGeom>
          <a:solidFill>
            <a:srgbClr val="151617">
              <a:alpha val="60780"/>
            </a:srgbClr>
          </a:solidFill>
          <a:ln cap="flat" cmpd="sng" w="3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7" name="Google Shape;297;g3e23138d502_0_1080"/>
          <p:cNvSpPr/>
          <p:nvPr>
            <p:ph idx="4" type="pic"/>
          </p:nvPr>
        </p:nvSpPr>
        <p:spPr>
          <a:xfrm>
            <a:off x="6178202" y="3975399"/>
            <a:ext cx="2651700" cy="1645800"/>
          </a:xfrm>
          <a:prstGeom prst="rect">
            <a:avLst/>
          </a:prstGeom>
          <a:solidFill>
            <a:srgbClr val="151617">
              <a:alpha val="60780"/>
            </a:srgbClr>
          </a:solidFill>
          <a:ln cap="flat" cmpd="sng" w="3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8" name="Google Shape;298;g3e23138d502_0_1080"/>
          <p:cNvSpPr/>
          <p:nvPr>
            <p:ph idx="5" type="pic"/>
          </p:nvPr>
        </p:nvSpPr>
        <p:spPr>
          <a:xfrm>
            <a:off x="6178203" y="1616605"/>
            <a:ext cx="2651700" cy="1645800"/>
          </a:xfrm>
          <a:prstGeom prst="rect">
            <a:avLst/>
          </a:prstGeom>
          <a:solidFill>
            <a:srgbClr val="151617">
              <a:alpha val="60780"/>
            </a:srgbClr>
          </a:solidFill>
          <a:ln cap="flat" cmpd="sng" w="3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9" name="Google Shape;299;g3e23138d502_0_1080"/>
          <p:cNvSpPr/>
          <p:nvPr>
            <p:ph idx="6" type="pic"/>
          </p:nvPr>
        </p:nvSpPr>
        <p:spPr>
          <a:xfrm>
            <a:off x="3362036" y="1616605"/>
            <a:ext cx="2651700" cy="1645800"/>
          </a:xfrm>
          <a:prstGeom prst="rect">
            <a:avLst/>
          </a:prstGeom>
          <a:solidFill>
            <a:srgbClr val="151617">
              <a:alpha val="60780"/>
            </a:srgbClr>
          </a:solidFill>
          <a:ln cap="flat" cmpd="sng" w="3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0" name="Google Shape;300;g3e23138d502_0_1080"/>
          <p:cNvSpPr/>
          <p:nvPr>
            <p:ph idx="7" type="pic"/>
          </p:nvPr>
        </p:nvSpPr>
        <p:spPr>
          <a:xfrm>
            <a:off x="545869" y="1616605"/>
            <a:ext cx="2651700" cy="1645800"/>
          </a:xfrm>
          <a:prstGeom prst="rect">
            <a:avLst/>
          </a:prstGeom>
          <a:solidFill>
            <a:srgbClr val="151617">
              <a:alpha val="60780"/>
            </a:srgbClr>
          </a:solidFill>
          <a:ln cap="flat" cmpd="sng" w="3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1" name="Google Shape;301;g3e23138d502_0_1080"/>
          <p:cNvSpPr/>
          <p:nvPr>
            <p:ph idx="8" type="pic"/>
          </p:nvPr>
        </p:nvSpPr>
        <p:spPr>
          <a:xfrm>
            <a:off x="8994371" y="1616605"/>
            <a:ext cx="2651700" cy="1645800"/>
          </a:xfrm>
          <a:prstGeom prst="rect">
            <a:avLst/>
          </a:prstGeom>
          <a:solidFill>
            <a:srgbClr val="151617">
              <a:alpha val="60780"/>
            </a:srgbClr>
          </a:solidFill>
          <a:ln cap="flat" cmpd="sng" w="3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2" name="Google Shape;302;g3e23138d502_0_1080"/>
          <p:cNvSpPr/>
          <p:nvPr>
            <p:ph idx="9" type="pic"/>
          </p:nvPr>
        </p:nvSpPr>
        <p:spPr>
          <a:xfrm>
            <a:off x="8989354" y="3975399"/>
            <a:ext cx="2651700" cy="1645800"/>
          </a:xfrm>
          <a:prstGeom prst="rect">
            <a:avLst/>
          </a:prstGeom>
          <a:solidFill>
            <a:srgbClr val="151617">
              <a:alpha val="60780"/>
            </a:srgbClr>
          </a:solidFill>
          <a:ln cap="flat" cmpd="sng" w="3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3" name="Google Shape;303;g3e23138d502_0_1080"/>
          <p:cNvSpPr txBox="1"/>
          <p:nvPr>
            <p:ph idx="1" type="body"/>
          </p:nvPr>
        </p:nvSpPr>
        <p:spPr>
          <a:xfrm>
            <a:off x="3364803" y="3327295"/>
            <a:ext cx="2649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b="0" i="0" sz="1300" u="none" cap="none" strike="noStrik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304" name="Google Shape;304;g3e23138d502_0_1080"/>
          <p:cNvSpPr txBox="1"/>
          <p:nvPr>
            <p:ph idx="13" type="body"/>
          </p:nvPr>
        </p:nvSpPr>
        <p:spPr>
          <a:xfrm>
            <a:off x="545868" y="3327295"/>
            <a:ext cx="2649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b="0" i="0" sz="1300" u="none" cap="none" strike="noStrik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305" name="Google Shape;305;g3e23138d502_0_1080"/>
          <p:cNvSpPr txBox="1"/>
          <p:nvPr>
            <p:ph idx="14" type="body"/>
          </p:nvPr>
        </p:nvSpPr>
        <p:spPr>
          <a:xfrm>
            <a:off x="3364803" y="3556498"/>
            <a:ext cx="2649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b="0" i="0" sz="9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306" name="Google Shape;306;g3e23138d502_0_1080"/>
          <p:cNvSpPr txBox="1"/>
          <p:nvPr>
            <p:ph idx="15" type="body"/>
          </p:nvPr>
        </p:nvSpPr>
        <p:spPr>
          <a:xfrm>
            <a:off x="545868" y="3556498"/>
            <a:ext cx="2649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b="0" i="0" sz="9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307" name="Google Shape;307;g3e23138d502_0_1080"/>
          <p:cNvSpPr txBox="1"/>
          <p:nvPr>
            <p:ph idx="16" type="body"/>
          </p:nvPr>
        </p:nvSpPr>
        <p:spPr>
          <a:xfrm>
            <a:off x="6178202" y="3327295"/>
            <a:ext cx="2649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b="0" i="0" sz="1300" u="none" cap="none" strike="noStrik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308" name="Google Shape;308;g3e23138d502_0_1080"/>
          <p:cNvSpPr txBox="1"/>
          <p:nvPr>
            <p:ph idx="17" type="body"/>
          </p:nvPr>
        </p:nvSpPr>
        <p:spPr>
          <a:xfrm>
            <a:off x="6178202" y="3556498"/>
            <a:ext cx="2649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b="0" i="0" sz="9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309" name="Google Shape;309;g3e23138d502_0_1080"/>
          <p:cNvSpPr txBox="1"/>
          <p:nvPr>
            <p:ph idx="18" type="body"/>
          </p:nvPr>
        </p:nvSpPr>
        <p:spPr>
          <a:xfrm>
            <a:off x="8994371" y="3327295"/>
            <a:ext cx="2649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b="0" i="0" sz="1300" u="none" cap="none" strike="noStrik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310" name="Google Shape;310;g3e23138d502_0_1080"/>
          <p:cNvSpPr txBox="1"/>
          <p:nvPr>
            <p:ph idx="19" type="body"/>
          </p:nvPr>
        </p:nvSpPr>
        <p:spPr>
          <a:xfrm>
            <a:off x="8994371" y="3556498"/>
            <a:ext cx="2649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b="0" i="0" sz="9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311" name="Google Shape;311;g3e23138d502_0_1080"/>
          <p:cNvSpPr txBox="1"/>
          <p:nvPr>
            <p:ph idx="20" type="body"/>
          </p:nvPr>
        </p:nvSpPr>
        <p:spPr>
          <a:xfrm>
            <a:off x="3362444" y="5686374"/>
            <a:ext cx="2649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b="0" i="0" sz="1300" u="none" cap="none" strike="noStrik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312" name="Google Shape;312;g3e23138d502_0_1080"/>
          <p:cNvSpPr txBox="1"/>
          <p:nvPr>
            <p:ph idx="21" type="body"/>
          </p:nvPr>
        </p:nvSpPr>
        <p:spPr>
          <a:xfrm>
            <a:off x="543509" y="5686374"/>
            <a:ext cx="2649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b="0" i="0" sz="1300" u="none" cap="none" strike="noStrik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313" name="Google Shape;313;g3e23138d502_0_1080"/>
          <p:cNvSpPr txBox="1"/>
          <p:nvPr>
            <p:ph idx="22" type="body"/>
          </p:nvPr>
        </p:nvSpPr>
        <p:spPr>
          <a:xfrm>
            <a:off x="3362444" y="5915576"/>
            <a:ext cx="2649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b="0" i="0" sz="9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314" name="Google Shape;314;g3e23138d502_0_1080"/>
          <p:cNvSpPr txBox="1"/>
          <p:nvPr>
            <p:ph idx="23" type="body"/>
          </p:nvPr>
        </p:nvSpPr>
        <p:spPr>
          <a:xfrm>
            <a:off x="543509" y="5915576"/>
            <a:ext cx="2649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b="0" i="0" sz="9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315" name="Google Shape;315;g3e23138d502_0_1080"/>
          <p:cNvSpPr txBox="1"/>
          <p:nvPr>
            <p:ph idx="24" type="body"/>
          </p:nvPr>
        </p:nvSpPr>
        <p:spPr>
          <a:xfrm>
            <a:off x="6175843" y="5686374"/>
            <a:ext cx="2649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b="0" i="0" sz="1300" u="none" cap="none" strike="noStrik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316" name="Google Shape;316;g3e23138d502_0_1080"/>
          <p:cNvSpPr txBox="1"/>
          <p:nvPr>
            <p:ph idx="25" type="body"/>
          </p:nvPr>
        </p:nvSpPr>
        <p:spPr>
          <a:xfrm>
            <a:off x="6175843" y="5915576"/>
            <a:ext cx="2649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b="0" i="0" sz="9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317" name="Google Shape;317;g3e23138d502_0_1080"/>
          <p:cNvSpPr txBox="1"/>
          <p:nvPr>
            <p:ph idx="26" type="body"/>
          </p:nvPr>
        </p:nvSpPr>
        <p:spPr>
          <a:xfrm>
            <a:off x="8992012" y="5686374"/>
            <a:ext cx="2649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b="0" i="0" sz="1300" u="none" cap="none" strike="noStrik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318" name="Google Shape;318;g3e23138d502_0_1080"/>
          <p:cNvSpPr txBox="1"/>
          <p:nvPr>
            <p:ph idx="27" type="body"/>
          </p:nvPr>
        </p:nvSpPr>
        <p:spPr>
          <a:xfrm>
            <a:off x="8992012" y="5915576"/>
            <a:ext cx="2649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b="0" i="0" sz="9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319" name="Google Shape;319;g3e23138d502_0_1080"/>
          <p:cNvSpPr txBox="1"/>
          <p:nvPr>
            <p:ph type="title"/>
          </p:nvPr>
        </p:nvSpPr>
        <p:spPr>
          <a:xfrm>
            <a:off x="838200" y="0"/>
            <a:ext cx="10515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VIDIA Sans"/>
              <a:buNone/>
              <a:defRPr b="1" sz="2400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320" name="Google Shape;320;g3e23138d502_0_1080"/>
          <p:cNvSpPr txBox="1"/>
          <p:nvPr>
            <p:ph idx="28" type="body"/>
          </p:nvPr>
        </p:nvSpPr>
        <p:spPr>
          <a:xfrm>
            <a:off x="838200" y="829056"/>
            <a:ext cx="105156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VIDIA Sans"/>
              <a:buNone/>
              <a:defRPr b="0" i="0" sz="1600" u="none" cap="none" strike="noStrik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-up Image">
  <p:cSld name="9-up Image"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e23138d502_0_1107"/>
          <p:cNvSpPr txBox="1"/>
          <p:nvPr>
            <p:ph idx="1" type="body"/>
          </p:nvPr>
        </p:nvSpPr>
        <p:spPr>
          <a:xfrm>
            <a:off x="3927370" y="5686374"/>
            <a:ext cx="20871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b="0" i="0" sz="1300" u="none" cap="none" strike="noStrik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323" name="Google Shape;323;g3e23138d502_0_1107"/>
          <p:cNvSpPr txBox="1"/>
          <p:nvPr>
            <p:ph idx="2" type="body"/>
          </p:nvPr>
        </p:nvSpPr>
        <p:spPr>
          <a:xfrm>
            <a:off x="1679140" y="5686374"/>
            <a:ext cx="2085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b="0" i="0" sz="1300" u="none" cap="none" strike="noStrik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324" name="Google Shape;324;g3e23138d502_0_1107"/>
          <p:cNvSpPr txBox="1"/>
          <p:nvPr>
            <p:ph idx="3" type="body"/>
          </p:nvPr>
        </p:nvSpPr>
        <p:spPr>
          <a:xfrm>
            <a:off x="3927370" y="5909019"/>
            <a:ext cx="20871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b="0" i="0" sz="9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325" name="Google Shape;325;g3e23138d502_0_1107"/>
          <p:cNvSpPr txBox="1"/>
          <p:nvPr>
            <p:ph idx="4" type="body"/>
          </p:nvPr>
        </p:nvSpPr>
        <p:spPr>
          <a:xfrm>
            <a:off x="1679140" y="5909019"/>
            <a:ext cx="2085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b="0" i="0" sz="9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326" name="Google Shape;326;g3e23138d502_0_1107"/>
          <p:cNvSpPr/>
          <p:nvPr>
            <p:ph idx="5" type="pic"/>
          </p:nvPr>
        </p:nvSpPr>
        <p:spPr>
          <a:xfrm>
            <a:off x="1673726" y="3975399"/>
            <a:ext cx="2088000" cy="1645800"/>
          </a:xfrm>
          <a:prstGeom prst="rect">
            <a:avLst/>
          </a:prstGeom>
          <a:solidFill>
            <a:srgbClr val="151617">
              <a:alpha val="60780"/>
            </a:srgbClr>
          </a:solidFill>
          <a:ln cap="flat" cmpd="sng" w="3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7" name="Google Shape;327;g3e23138d502_0_1107"/>
          <p:cNvSpPr/>
          <p:nvPr>
            <p:ph idx="6" type="pic"/>
          </p:nvPr>
        </p:nvSpPr>
        <p:spPr>
          <a:xfrm>
            <a:off x="3926572" y="3975399"/>
            <a:ext cx="2088000" cy="1645800"/>
          </a:xfrm>
          <a:prstGeom prst="rect">
            <a:avLst/>
          </a:prstGeom>
          <a:solidFill>
            <a:srgbClr val="151617">
              <a:alpha val="60780"/>
            </a:srgbClr>
          </a:solidFill>
          <a:ln cap="flat" cmpd="sng" w="3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8" name="Google Shape;328;g3e23138d502_0_1107"/>
          <p:cNvSpPr/>
          <p:nvPr>
            <p:ph idx="7" type="pic"/>
          </p:nvPr>
        </p:nvSpPr>
        <p:spPr>
          <a:xfrm>
            <a:off x="8428719" y="3975399"/>
            <a:ext cx="2088000" cy="1645800"/>
          </a:xfrm>
          <a:prstGeom prst="rect">
            <a:avLst/>
          </a:prstGeom>
          <a:solidFill>
            <a:srgbClr val="151617">
              <a:alpha val="60780"/>
            </a:srgbClr>
          </a:solidFill>
          <a:ln cap="flat" cmpd="sng" w="3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9" name="Google Shape;329;g3e23138d502_0_1107"/>
          <p:cNvSpPr txBox="1"/>
          <p:nvPr>
            <p:ph idx="8" type="body"/>
          </p:nvPr>
        </p:nvSpPr>
        <p:spPr>
          <a:xfrm>
            <a:off x="6177470" y="5686374"/>
            <a:ext cx="2088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b="0" i="0" sz="1300" u="none" cap="none" strike="noStrik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330" name="Google Shape;330;g3e23138d502_0_1107"/>
          <p:cNvSpPr txBox="1"/>
          <p:nvPr>
            <p:ph idx="9" type="body"/>
          </p:nvPr>
        </p:nvSpPr>
        <p:spPr>
          <a:xfrm>
            <a:off x="6177470" y="5909019"/>
            <a:ext cx="2088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b="0" i="0" sz="9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331" name="Google Shape;331;g3e23138d502_0_1107"/>
          <p:cNvSpPr/>
          <p:nvPr>
            <p:ph idx="13" type="pic"/>
          </p:nvPr>
        </p:nvSpPr>
        <p:spPr>
          <a:xfrm>
            <a:off x="5050687" y="1616280"/>
            <a:ext cx="2088000" cy="1645800"/>
          </a:xfrm>
          <a:prstGeom prst="rect">
            <a:avLst/>
          </a:prstGeom>
          <a:solidFill>
            <a:srgbClr val="151617">
              <a:alpha val="60780"/>
            </a:srgbClr>
          </a:solidFill>
          <a:ln cap="flat" cmpd="sng" w="3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2" name="Google Shape;332;g3e23138d502_0_1107"/>
          <p:cNvSpPr/>
          <p:nvPr>
            <p:ph idx="14" type="pic"/>
          </p:nvPr>
        </p:nvSpPr>
        <p:spPr>
          <a:xfrm>
            <a:off x="2798278" y="1616280"/>
            <a:ext cx="2088000" cy="1645800"/>
          </a:xfrm>
          <a:prstGeom prst="rect">
            <a:avLst/>
          </a:prstGeom>
          <a:solidFill>
            <a:srgbClr val="151617">
              <a:alpha val="60780"/>
            </a:srgbClr>
          </a:solidFill>
          <a:ln cap="flat" cmpd="sng" w="3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3" name="Google Shape;333;g3e23138d502_0_1107"/>
          <p:cNvSpPr/>
          <p:nvPr>
            <p:ph idx="15" type="pic"/>
          </p:nvPr>
        </p:nvSpPr>
        <p:spPr>
          <a:xfrm>
            <a:off x="545869" y="1616280"/>
            <a:ext cx="2088000" cy="1645800"/>
          </a:xfrm>
          <a:prstGeom prst="rect">
            <a:avLst/>
          </a:prstGeom>
          <a:solidFill>
            <a:srgbClr val="151617">
              <a:alpha val="60780"/>
            </a:srgbClr>
          </a:solidFill>
          <a:ln cap="flat" cmpd="sng" w="3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4" name="Google Shape;334;g3e23138d502_0_1107"/>
          <p:cNvSpPr/>
          <p:nvPr>
            <p:ph idx="16" type="pic"/>
          </p:nvPr>
        </p:nvSpPr>
        <p:spPr>
          <a:xfrm>
            <a:off x="7303096" y="1616280"/>
            <a:ext cx="2088000" cy="1645800"/>
          </a:xfrm>
          <a:prstGeom prst="rect">
            <a:avLst/>
          </a:prstGeom>
          <a:solidFill>
            <a:srgbClr val="151617">
              <a:alpha val="60780"/>
            </a:srgbClr>
          </a:solidFill>
          <a:ln cap="flat" cmpd="sng" w="3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5" name="Google Shape;335;g3e23138d502_0_1107"/>
          <p:cNvSpPr/>
          <p:nvPr>
            <p:ph idx="17" type="pic"/>
          </p:nvPr>
        </p:nvSpPr>
        <p:spPr>
          <a:xfrm>
            <a:off x="9555505" y="1616280"/>
            <a:ext cx="2088000" cy="1645800"/>
          </a:xfrm>
          <a:prstGeom prst="rect">
            <a:avLst/>
          </a:prstGeom>
          <a:solidFill>
            <a:srgbClr val="151617">
              <a:alpha val="60780"/>
            </a:srgbClr>
          </a:solidFill>
          <a:ln cap="flat" cmpd="sng" w="3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6" name="Google Shape;336;g3e23138d502_0_1107"/>
          <p:cNvSpPr/>
          <p:nvPr>
            <p:ph idx="18" type="pic"/>
          </p:nvPr>
        </p:nvSpPr>
        <p:spPr>
          <a:xfrm>
            <a:off x="6175873" y="3975399"/>
            <a:ext cx="2088000" cy="1645800"/>
          </a:xfrm>
          <a:prstGeom prst="rect">
            <a:avLst/>
          </a:prstGeom>
          <a:solidFill>
            <a:srgbClr val="151617">
              <a:alpha val="60780"/>
            </a:srgbClr>
          </a:solidFill>
          <a:ln cap="flat" cmpd="sng" w="3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7" name="Google Shape;337;g3e23138d502_0_1107"/>
          <p:cNvSpPr txBox="1"/>
          <p:nvPr>
            <p:ph idx="19" type="body"/>
          </p:nvPr>
        </p:nvSpPr>
        <p:spPr>
          <a:xfrm>
            <a:off x="8435808" y="5686374"/>
            <a:ext cx="2088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b="0" i="0" sz="1300" u="none" cap="none" strike="noStrik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338" name="Google Shape;338;g3e23138d502_0_1107"/>
          <p:cNvSpPr txBox="1"/>
          <p:nvPr>
            <p:ph idx="20" type="body"/>
          </p:nvPr>
        </p:nvSpPr>
        <p:spPr>
          <a:xfrm>
            <a:off x="8435808" y="5909019"/>
            <a:ext cx="2088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b="0" i="0" sz="9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339" name="Google Shape;339;g3e23138d502_0_1107"/>
          <p:cNvSpPr txBox="1"/>
          <p:nvPr>
            <p:ph idx="21" type="body"/>
          </p:nvPr>
        </p:nvSpPr>
        <p:spPr>
          <a:xfrm>
            <a:off x="5047304" y="3327295"/>
            <a:ext cx="2088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b="0" i="0" sz="1300" u="none" cap="none" strike="noStrik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340" name="Google Shape;340;g3e23138d502_0_1107"/>
          <p:cNvSpPr txBox="1"/>
          <p:nvPr>
            <p:ph idx="22" type="body"/>
          </p:nvPr>
        </p:nvSpPr>
        <p:spPr>
          <a:xfrm>
            <a:off x="2797319" y="3327295"/>
            <a:ext cx="2088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b="0" i="0" sz="1300" u="none" cap="none" strike="noStrik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341" name="Google Shape;341;g3e23138d502_0_1107"/>
          <p:cNvSpPr txBox="1"/>
          <p:nvPr>
            <p:ph idx="23" type="body"/>
          </p:nvPr>
        </p:nvSpPr>
        <p:spPr>
          <a:xfrm>
            <a:off x="5047304" y="3556498"/>
            <a:ext cx="2088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b="0" i="0" sz="9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342" name="Google Shape;342;g3e23138d502_0_1107"/>
          <p:cNvSpPr txBox="1"/>
          <p:nvPr>
            <p:ph idx="24" type="body"/>
          </p:nvPr>
        </p:nvSpPr>
        <p:spPr>
          <a:xfrm>
            <a:off x="2797319" y="3556498"/>
            <a:ext cx="2088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b="0" i="0" sz="9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343" name="Google Shape;343;g3e23138d502_0_1107"/>
          <p:cNvSpPr txBox="1"/>
          <p:nvPr>
            <p:ph idx="25" type="body"/>
          </p:nvPr>
        </p:nvSpPr>
        <p:spPr>
          <a:xfrm>
            <a:off x="7300221" y="3327295"/>
            <a:ext cx="2088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b="0" i="0" sz="1300" u="none" cap="none" strike="noStrik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344" name="Google Shape;344;g3e23138d502_0_1107"/>
          <p:cNvSpPr txBox="1"/>
          <p:nvPr>
            <p:ph idx="26" type="body"/>
          </p:nvPr>
        </p:nvSpPr>
        <p:spPr>
          <a:xfrm>
            <a:off x="7300221" y="3556498"/>
            <a:ext cx="2088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b="0" i="0" sz="9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345" name="Google Shape;345;g3e23138d502_0_1107"/>
          <p:cNvSpPr txBox="1"/>
          <p:nvPr>
            <p:ph idx="27" type="body"/>
          </p:nvPr>
        </p:nvSpPr>
        <p:spPr>
          <a:xfrm>
            <a:off x="9555505" y="3327295"/>
            <a:ext cx="2088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b="0" i="0" sz="1300" u="none" cap="none" strike="noStrik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346" name="Google Shape;346;g3e23138d502_0_1107"/>
          <p:cNvSpPr txBox="1"/>
          <p:nvPr>
            <p:ph idx="28" type="body"/>
          </p:nvPr>
        </p:nvSpPr>
        <p:spPr>
          <a:xfrm>
            <a:off x="9555505" y="3556498"/>
            <a:ext cx="2088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b="0" i="0" sz="9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347" name="Google Shape;347;g3e23138d502_0_1107"/>
          <p:cNvSpPr txBox="1"/>
          <p:nvPr>
            <p:ph idx="29" type="body"/>
          </p:nvPr>
        </p:nvSpPr>
        <p:spPr>
          <a:xfrm>
            <a:off x="545869" y="3327295"/>
            <a:ext cx="2088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b="0" i="0" sz="1300" u="none" cap="none" strike="noStrik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348" name="Google Shape;348;g3e23138d502_0_1107"/>
          <p:cNvSpPr txBox="1"/>
          <p:nvPr>
            <p:ph idx="30" type="body"/>
          </p:nvPr>
        </p:nvSpPr>
        <p:spPr>
          <a:xfrm>
            <a:off x="545869" y="3556498"/>
            <a:ext cx="2088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b="0" i="0" sz="9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349" name="Google Shape;349;g3e23138d502_0_1107"/>
          <p:cNvSpPr txBox="1"/>
          <p:nvPr>
            <p:ph type="title"/>
          </p:nvPr>
        </p:nvSpPr>
        <p:spPr>
          <a:xfrm>
            <a:off x="838200" y="0"/>
            <a:ext cx="10515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VIDIA Sans"/>
              <a:buNone/>
              <a:defRPr b="1" sz="2400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350" name="Google Shape;350;g3e23138d502_0_1107"/>
          <p:cNvSpPr txBox="1"/>
          <p:nvPr>
            <p:ph idx="31" type="body"/>
          </p:nvPr>
        </p:nvSpPr>
        <p:spPr>
          <a:xfrm>
            <a:off x="838200" y="829056"/>
            <a:ext cx="105156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VIDIA Sans"/>
              <a:buNone/>
              <a:defRPr b="0" i="0" sz="1600" u="none" cap="none" strike="noStrik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-up Image">
  <p:cSld name="10-up Image"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e23138d502_0_1137"/>
          <p:cNvSpPr txBox="1"/>
          <p:nvPr>
            <p:ph idx="1" type="body"/>
          </p:nvPr>
        </p:nvSpPr>
        <p:spPr>
          <a:xfrm>
            <a:off x="2794098" y="5686374"/>
            <a:ext cx="20871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b="0" i="0" sz="1300" u="none" cap="none" strike="noStrik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353" name="Google Shape;353;g3e23138d502_0_1137"/>
          <p:cNvSpPr txBox="1"/>
          <p:nvPr>
            <p:ph idx="2" type="body"/>
          </p:nvPr>
        </p:nvSpPr>
        <p:spPr>
          <a:xfrm>
            <a:off x="545868" y="5686374"/>
            <a:ext cx="2085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b="0" i="0" sz="1300" u="none" cap="none" strike="noStrik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354" name="Google Shape;354;g3e23138d502_0_1137"/>
          <p:cNvSpPr txBox="1"/>
          <p:nvPr>
            <p:ph idx="3" type="body"/>
          </p:nvPr>
        </p:nvSpPr>
        <p:spPr>
          <a:xfrm>
            <a:off x="2794098" y="5909019"/>
            <a:ext cx="20871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b="0" i="0" sz="9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355" name="Google Shape;355;g3e23138d502_0_1137"/>
          <p:cNvSpPr txBox="1"/>
          <p:nvPr>
            <p:ph idx="4" type="body"/>
          </p:nvPr>
        </p:nvSpPr>
        <p:spPr>
          <a:xfrm>
            <a:off x="545868" y="5909019"/>
            <a:ext cx="2085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b="0" i="0" sz="9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356" name="Google Shape;356;g3e23138d502_0_1137"/>
          <p:cNvSpPr/>
          <p:nvPr>
            <p:ph idx="5" type="pic"/>
          </p:nvPr>
        </p:nvSpPr>
        <p:spPr>
          <a:xfrm>
            <a:off x="545868" y="3975399"/>
            <a:ext cx="2088000" cy="1645800"/>
          </a:xfrm>
          <a:prstGeom prst="rect">
            <a:avLst/>
          </a:prstGeom>
          <a:solidFill>
            <a:srgbClr val="151617">
              <a:alpha val="60780"/>
            </a:srgbClr>
          </a:solidFill>
          <a:ln cap="flat" cmpd="sng" w="3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7" name="Google Shape;357;g3e23138d502_0_1137"/>
          <p:cNvSpPr/>
          <p:nvPr>
            <p:ph idx="6" type="pic"/>
          </p:nvPr>
        </p:nvSpPr>
        <p:spPr>
          <a:xfrm>
            <a:off x="2798714" y="3975399"/>
            <a:ext cx="2088000" cy="1645800"/>
          </a:xfrm>
          <a:prstGeom prst="rect">
            <a:avLst/>
          </a:prstGeom>
          <a:solidFill>
            <a:srgbClr val="151617">
              <a:alpha val="60780"/>
            </a:srgbClr>
          </a:solidFill>
          <a:ln cap="flat" cmpd="sng" w="3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8" name="Google Shape;358;g3e23138d502_0_1137"/>
          <p:cNvSpPr/>
          <p:nvPr>
            <p:ph idx="7" type="pic"/>
          </p:nvPr>
        </p:nvSpPr>
        <p:spPr>
          <a:xfrm>
            <a:off x="7300862" y="3975399"/>
            <a:ext cx="2088000" cy="1645800"/>
          </a:xfrm>
          <a:prstGeom prst="rect">
            <a:avLst/>
          </a:prstGeom>
          <a:solidFill>
            <a:srgbClr val="151617">
              <a:alpha val="60780"/>
            </a:srgbClr>
          </a:solidFill>
          <a:ln cap="flat" cmpd="sng" w="3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9" name="Google Shape;359;g3e23138d502_0_1137"/>
          <p:cNvSpPr txBox="1"/>
          <p:nvPr>
            <p:ph idx="8" type="body"/>
          </p:nvPr>
        </p:nvSpPr>
        <p:spPr>
          <a:xfrm>
            <a:off x="5044198" y="5686374"/>
            <a:ext cx="2088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b="0" i="0" sz="1300" u="none" cap="none" strike="noStrik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360" name="Google Shape;360;g3e23138d502_0_1137"/>
          <p:cNvSpPr txBox="1"/>
          <p:nvPr>
            <p:ph idx="9" type="body"/>
          </p:nvPr>
        </p:nvSpPr>
        <p:spPr>
          <a:xfrm>
            <a:off x="5044198" y="5909019"/>
            <a:ext cx="2088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b="0" i="0" sz="9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361" name="Google Shape;361;g3e23138d502_0_1137"/>
          <p:cNvSpPr/>
          <p:nvPr>
            <p:ph idx="13" type="pic"/>
          </p:nvPr>
        </p:nvSpPr>
        <p:spPr>
          <a:xfrm>
            <a:off x="5050687" y="1616280"/>
            <a:ext cx="2088000" cy="1645800"/>
          </a:xfrm>
          <a:prstGeom prst="rect">
            <a:avLst/>
          </a:prstGeom>
          <a:solidFill>
            <a:srgbClr val="151617">
              <a:alpha val="60780"/>
            </a:srgbClr>
          </a:solidFill>
          <a:ln cap="flat" cmpd="sng" w="3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2" name="Google Shape;362;g3e23138d502_0_1137"/>
          <p:cNvSpPr/>
          <p:nvPr>
            <p:ph idx="14" type="pic"/>
          </p:nvPr>
        </p:nvSpPr>
        <p:spPr>
          <a:xfrm>
            <a:off x="2798278" y="1616280"/>
            <a:ext cx="2088000" cy="1645800"/>
          </a:xfrm>
          <a:prstGeom prst="rect">
            <a:avLst/>
          </a:prstGeom>
          <a:solidFill>
            <a:srgbClr val="151617">
              <a:alpha val="60780"/>
            </a:srgbClr>
          </a:solidFill>
          <a:ln cap="flat" cmpd="sng" w="3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3" name="Google Shape;363;g3e23138d502_0_1137"/>
          <p:cNvSpPr/>
          <p:nvPr>
            <p:ph idx="15" type="pic"/>
          </p:nvPr>
        </p:nvSpPr>
        <p:spPr>
          <a:xfrm>
            <a:off x="545869" y="1616280"/>
            <a:ext cx="2088000" cy="1645800"/>
          </a:xfrm>
          <a:prstGeom prst="rect">
            <a:avLst/>
          </a:prstGeom>
          <a:solidFill>
            <a:srgbClr val="151617">
              <a:alpha val="60780"/>
            </a:srgbClr>
          </a:solidFill>
          <a:ln cap="flat" cmpd="sng" w="3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4" name="Google Shape;364;g3e23138d502_0_1137"/>
          <p:cNvSpPr/>
          <p:nvPr>
            <p:ph idx="16" type="pic"/>
          </p:nvPr>
        </p:nvSpPr>
        <p:spPr>
          <a:xfrm>
            <a:off x="7303096" y="1616280"/>
            <a:ext cx="2088000" cy="1645800"/>
          </a:xfrm>
          <a:prstGeom prst="rect">
            <a:avLst/>
          </a:prstGeom>
          <a:solidFill>
            <a:srgbClr val="151617">
              <a:alpha val="60780"/>
            </a:srgbClr>
          </a:solidFill>
          <a:ln cap="flat" cmpd="sng" w="3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5" name="Google Shape;365;g3e23138d502_0_1137"/>
          <p:cNvSpPr/>
          <p:nvPr>
            <p:ph idx="17" type="pic"/>
          </p:nvPr>
        </p:nvSpPr>
        <p:spPr>
          <a:xfrm>
            <a:off x="9555505" y="1616280"/>
            <a:ext cx="2088000" cy="1645800"/>
          </a:xfrm>
          <a:prstGeom prst="rect">
            <a:avLst/>
          </a:prstGeom>
          <a:solidFill>
            <a:srgbClr val="151617">
              <a:alpha val="60780"/>
            </a:srgbClr>
          </a:solidFill>
          <a:ln cap="flat" cmpd="sng" w="3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6" name="Google Shape;366;g3e23138d502_0_1137"/>
          <p:cNvSpPr/>
          <p:nvPr>
            <p:ph idx="18" type="pic"/>
          </p:nvPr>
        </p:nvSpPr>
        <p:spPr>
          <a:xfrm>
            <a:off x="5048016" y="3975399"/>
            <a:ext cx="2088000" cy="1645800"/>
          </a:xfrm>
          <a:prstGeom prst="rect">
            <a:avLst/>
          </a:prstGeom>
          <a:solidFill>
            <a:srgbClr val="151617">
              <a:alpha val="60780"/>
            </a:srgbClr>
          </a:solidFill>
          <a:ln cap="flat" cmpd="sng" w="3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7" name="Google Shape;367;g3e23138d502_0_1137"/>
          <p:cNvSpPr txBox="1"/>
          <p:nvPr>
            <p:ph idx="19" type="body"/>
          </p:nvPr>
        </p:nvSpPr>
        <p:spPr>
          <a:xfrm>
            <a:off x="7302536" y="5686374"/>
            <a:ext cx="2088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b="0" i="0" sz="1300" u="none" cap="none" strike="noStrik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368" name="Google Shape;368;g3e23138d502_0_1137"/>
          <p:cNvSpPr txBox="1"/>
          <p:nvPr>
            <p:ph idx="20" type="body"/>
          </p:nvPr>
        </p:nvSpPr>
        <p:spPr>
          <a:xfrm>
            <a:off x="7302536" y="5909019"/>
            <a:ext cx="2088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b="0" i="0" sz="9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369" name="Google Shape;369;g3e23138d502_0_1137"/>
          <p:cNvSpPr txBox="1"/>
          <p:nvPr>
            <p:ph idx="21" type="body"/>
          </p:nvPr>
        </p:nvSpPr>
        <p:spPr>
          <a:xfrm>
            <a:off x="5047304" y="3327295"/>
            <a:ext cx="2088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b="0" i="0" sz="1300" u="none" cap="none" strike="noStrik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370" name="Google Shape;370;g3e23138d502_0_1137"/>
          <p:cNvSpPr txBox="1"/>
          <p:nvPr>
            <p:ph idx="22" type="body"/>
          </p:nvPr>
        </p:nvSpPr>
        <p:spPr>
          <a:xfrm>
            <a:off x="2797319" y="3327295"/>
            <a:ext cx="2088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b="0" i="0" sz="1300" u="none" cap="none" strike="noStrik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371" name="Google Shape;371;g3e23138d502_0_1137"/>
          <p:cNvSpPr txBox="1"/>
          <p:nvPr>
            <p:ph idx="23" type="body"/>
          </p:nvPr>
        </p:nvSpPr>
        <p:spPr>
          <a:xfrm>
            <a:off x="5047304" y="3556498"/>
            <a:ext cx="2088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b="0" i="0" sz="9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372" name="Google Shape;372;g3e23138d502_0_1137"/>
          <p:cNvSpPr txBox="1"/>
          <p:nvPr>
            <p:ph idx="24" type="body"/>
          </p:nvPr>
        </p:nvSpPr>
        <p:spPr>
          <a:xfrm>
            <a:off x="2797319" y="3556498"/>
            <a:ext cx="2088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b="0" i="0" sz="9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373" name="Google Shape;373;g3e23138d502_0_1137"/>
          <p:cNvSpPr txBox="1"/>
          <p:nvPr>
            <p:ph idx="25" type="body"/>
          </p:nvPr>
        </p:nvSpPr>
        <p:spPr>
          <a:xfrm>
            <a:off x="7300221" y="3327295"/>
            <a:ext cx="2088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b="0" i="0" sz="1300" u="none" cap="none" strike="noStrik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374" name="Google Shape;374;g3e23138d502_0_1137"/>
          <p:cNvSpPr txBox="1"/>
          <p:nvPr>
            <p:ph idx="26" type="body"/>
          </p:nvPr>
        </p:nvSpPr>
        <p:spPr>
          <a:xfrm>
            <a:off x="7300221" y="3556498"/>
            <a:ext cx="2088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b="0" i="0" sz="9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375" name="Google Shape;375;g3e23138d502_0_1137"/>
          <p:cNvSpPr txBox="1"/>
          <p:nvPr>
            <p:ph idx="27" type="body"/>
          </p:nvPr>
        </p:nvSpPr>
        <p:spPr>
          <a:xfrm>
            <a:off x="9555505" y="3327295"/>
            <a:ext cx="2088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b="0" i="0" sz="1300" u="none" cap="none" strike="noStrik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376" name="Google Shape;376;g3e23138d502_0_1137"/>
          <p:cNvSpPr txBox="1"/>
          <p:nvPr>
            <p:ph idx="28" type="body"/>
          </p:nvPr>
        </p:nvSpPr>
        <p:spPr>
          <a:xfrm>
            <a:off x="9555505" y="3556498"/>
            <a:ext cx="2088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b="0" i="0" sz="9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377" name="Google Shape;377;g3e23138d502_0_1137"/>
          <p:cNvSpPr/>
          <p:nvPr>
            <p:ph idx="29" type="pic"/>
          </p:nvPr>
        </p:nvSpPr>
        <p:spPr>
          <a:xfrm>
            <a:off x="9553708" y="3975399"/>
            <a:ext cx="2088000" cy="1645800"/>
          </a:xfrm>
          <a:prstGeom prst="rect">
            <a:avLst/>
          </a:prstGeom>
          <a:solidFill>
            <a:srgbClr val="151617">
              <a:alpha val="60780"/>
            </a:srgbClr>
          </a:solidFill>
          <a:ln cap="flat" cmpd="sng" w="3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8" name="Google Shape;378;g3e23138d502_0_1137"/>
          <p:cNvSpPr txBox="1"/>
          <p:nvPr>
            <p:ph idx="30" type="body"/>
          </p:nvPr>
        </p:nvSpPr>
        <p:spPr>
          <a:xfrm>
            <a:off x="9548294" y="5701190"/>
            <a:ext cx="2088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b="0" i="0" sz="1300" u="none" cap="none" strike="noStrik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379" name="Google Shape;379;g3e23138d502_0_1137"/>
          <p:cNvSpPr txBox="1"/>
          <p:nvPr>
            <p:ph idx="31" type="body"/>
          </p:nvPr>
        </p:nvSpPr>
        <p:spPr>
          <a:xfrm>
            <a:off x="9548294" y="5930392"/>
            <a:ext cx="2088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b="0" i="0" sz="9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380" name="Google Shape;380;g3e23138d502_0_1137"/>
          <p:cNvSpPr txBox="1"/>
          <p:nvPr>
            <p:ph idx="32" type="body"/>
          </p:nvPr>
        </p:nvSpPr>
        <p:spPr>
          <a:xfrm>
            <a:off x="545869" y="3327295"/>
            <a:ext cx="2088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b="0" i="0" sz="1300" u="none" cap="none" strike="noStrik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381" name="Google Shape;381;g3e23138d502_0_1137"/>
          <p:cNvSpPr txBox="1"/>
          <p:nvPr>
            <p:ph idx="33" type="body"/>
          </p:nvPr>
        </p:nvSpPr>
        <p:spPr>
          <a:xfrm>
            <a:off x="545869" y="3556498"/>
            <a:ext cx="2088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b="0" i="0" sz="9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382" name="Google Shape;382;g3e23138d502_0_1137"/>
          <p:cNvSpPr txBox="1"/>
          <p:nvPr>
            <p:ph type="title"/>
          </p:nvPr>
        </p:nvSpPr>
        <p:spPr>
          <a:xfrm>
            <a:off x="838200" y="0"/>
            <a:ext cx="10515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VIDIA Sans"/>
              <a:buNone/>
              <a:defRPr b="1" sz="2400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383" name="Google Shape;383;g3e23138d502_0_1137"/>
          <p:cNvSpPr txBox="1"/>
          <p:nvPr>
            <p:ph idx="34" type="body"/>
          </p:nvPr>
        </p:nvSpPr>
        <p:spPr>
          <a:xfrm>
            <a:off x="838200" y="829056"/>
            <a:ext cx="105156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VIDIA Sans"/>
              <a:buNone/>
              <a:defRPr b="0" i="0" sz="1600" u="none" cap="none" strike="noStrik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Left - Text Right">
  <p:cSld name="Image Left - Text Right"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e23138d502_0_1170"/>
          <p:cNvSpPr/>
          <p:nvPr>
            <p:ph idx="2" type="pic"/>
          </p:nvPr>
        </p:nvSpPr>
        <p:spPr>
          <a:xfrm>
            <a:off x="0" y="0"/>
            <a:ext cx="5471100" cy="6858000"/>
          </a:xfrm>
          <a:prstGeom prst="rect">
            <a:avLst/>
          </a:prstGeom>
          <a:solidFill>
            <a:srgbClr val="F2F2F2">
              <a:alpha val="60780"/>
            </a:srgbClr>
          </a:solidFill>
          <a:ln cap="flat" cmpd="sng" w="3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6" name="Google Shape;386;g3e23138d502_0_1170"/>
          <p:cNvSpPr txBox="1"/>
          <p:nvPr>
            <p:ph type="title"/>
          </p:nvPr>
        </p:nvSpPr>
        <p:spPr>
          <a:xfrm>
            <a:off x="6376416" y="100688"/>
            <a:ext cx="4879800" cy="11220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rmAutofit/>
          </a:bodyPr>
          <a:lstStyle>
            <a:lvl1pPr lv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VIDIA Sans"/>
              <a:buNone/>
              <a:defRPr b="1" sz="2400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20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387" name="Google Shape;387;g3e23138d502_0_1170"/>
          <p:cNvSpPr txBox="1"/>
          <p:nvPr>
            <p:ph idx="1" type="body"/>
          </p:nvPr>
        </p:nvSpPr>
        <p:spPr>
          <a:xfrm>
            <a:off x="6376416" y="2329397"/>
            <a:ext cx="4879800" cy="37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32385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VIDIA Sans"/>
              <a:buChar char="•"/>
              <a:defRPr b="0" i="0" sz="15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31115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VIDIA Sans"/>
              <a:buChar char="•"/>
              <a:defRPr b="0" i="0" sz="13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3048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VIDIA Sans"/>
              <a:buChar char="•"/>
              <a:defRPr b="0" i="0" sz="12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9845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VIDIA Sans"/>
              <a:buChar char="•"/>
              <a:defRPr b="0" i="0" sz="11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8575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VIDIA Sans"/>
              <a:buChar char="•"/>
              <a:defRPr b="0" i="0" sz="9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388" name="Google Shape;388;g3e23138d502_0_1170"/>
          <p:cNvSpPr txBox="1"/>
          <p:nvPr>
            <p:ph idx="3" type="body"/>
          </p:nvPr>
        </p:nvSpPr>
        <p:spPr>
          <a:xfrm>
            <a:off x="6376416" y="1243923"/>
            <a:ext cx="48798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VIDIA Sans"/>
              <a:buNone/>
              <a:defRPr b="0" i="0" sz="1600" u="none" cap="none" strike="noStrik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cxnSp>
        <p:nvCxnSpPr>
          <p:cNvPr id="389" name="Google Shape;389;g3e23138d502_0_1170"/>
          <p:cNvCxnSpPr/>
          <p:nvPr/>
        </p:nvCxnSpPr>
        <p:spPr>
          <a:xfrm>
            <a:off x="5471054" y="1897743"/>
            <a:ext cx="5760900" cy="0"/>
          </a:xfrm>
          <a:prstGeom prst="straightConnector1">
            <a:avLst/>
          </a:prstGeom>
          <a:noFill/>
          <a:ln cap="flat" cmpd="sng" w="10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Left - Text Right NO SUBTITLE">
  <p:cSld name="Image Left - Text Right NO SUBTITLE"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e23138d502_0_1176"/>
          <p:cNvSpPr txBox="1"/>
          <p:nvPr>
            <p:ph idx="1" type="body"/>
          </p:nvPr>
        </p:nvSpPr>
        <p:spPr>
          <a:xfrm>
            <a:off x="6376416" y="2329397"/>
            <a:ext cx="4879800" cy="37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32385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VIDIA Sans"/>
              <a:buChar char="•"/>
              <a:defRPr b="0" i="0" sz="15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31115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VIDIA Sans"/>
              <a:buChar char="•"/>
              <a:defRPr b="0" i="0" sz="13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3048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VIDIA Sans"/>
              <a:buChar char="•"/>
              <a:defRPr b="0" i="0" sz="12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9845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VIDIA Sans"/>
              <a:buChar char="•"/>
              <a:defRPr b="0" i="0" sz="11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8575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VIDIA Sans"/>
              <a:buChar char="•"/>
              <a:defRPr b="0" i="0" sz="9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cxnSp>
        <p:nvCxnSpPr>
          <p:cNvPr id="392" name="Google Shape;392;g3e23138d502_0_1176"/>
          <p:cNvCxnSpPr/>
          <p:nvPr/>
        </p:nvCxnSpPr>
        <p:spPr>
          <a:xfrm>
            <a:off x="5471054" y="1897743"/>
            <a:ext cx="5760900" cy="0"/>
          </a:xfrm>
          <a:prstGeom prst="straightConnector1">
            <a:avLst/>
          </a:prstGeom>
          <a:noFill/>
          <a:ln cap="flat" cmpd="sng" w="10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3" name="Google Shape;393;g3e23138d502_0_1176"/>
          <p:cNvSpPr txBox="1"/>
          <p:nvPr>
            <p:ph type="title"/>
          </p:nvPr>
        </p:nvSpPr>
        <p:spPr>
          <a:xfrm>
            <a:off x="6376416" y="406259"/>
            <a:ext cx="4879800" cy="11220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rmAutofit/>
          </a:bodyPr>
          <a:lstStyle>
            <a:lvl1pPr lv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VIDIA Sans"/>
              <a:buNone/>
              <a:defRPr b="1" sz="2400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20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394" name="Google Shape;394;g3e23138d502_0_1176"/>
          <p:cNvSpPr/>
          <p:nvPr>
            <p:ph idx="2" type="pic"/>
          </p:nvPr>
        </p:nvSpPr>
        <p:spPr>
          <a:xfrm>
            <a:off x="0" y="0"/>
            <a:ext cx="5471100" cy="6858000"/>
          </a:xfrm>
          <a:prstGeom prst="rect">
            <a:avLst/>
          </a:prstGeom>
          <a:solidFill>
            <a:srgbClr val="F2F2F2">
              <a:alpha val="60780"/>
            </a:srgbClr>
          </a:solidFill>
          <a:ln cap="flat" cmpd="sng" w="3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Left NO BULLETS - Image Right ">
  <p:cSld name="Text Left NO BULLETS - Image Right "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e23138d502_0_1181"/>
          <p:cNvSpPr/>
          <p:nvPr/>
        </p:nvSpPr>
        <p:spPr>
          <a:xfrm>
            <a:off x="10988040" y="6309360"/>
            <a:ext cx="1203900" cy="548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5225" lIns="30475" spcFirstLastPara="1" rIns="30475" wrap="square" tIns="152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  <p:sp>
        <p:nvSpPr>
          <p:cNvPr id="397" name="Google Shape;397;g3e23138d502_0_1181"/>
          <p:cNvSpPr txBox="1"/>
          <p:nvPr>
            <p:ph type="title"/>
          </p:nvPr>
        </p:nvSpPr>
        <p:spPr>
          <a:xfrm>
            <a:off x="865632" y="2276531"/>
            <a:ext cx="4047600" cy="11220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rmAutofit/>
          </a:bodyPr>
          <a:lstStyle>
            <a:lvl1pPr lv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VIDIA Sans"/>
              <a:buNone/>
              <a:defRPr b="1" sz="2400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20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398" name="Google Shape;398;g3e23138d502_0_1181"/>
          <p:cNvSpPr txBox="1"/>
          <p:nvPr>
            <p:ph idx="1" type="body"/>
          </p:nvPr>
        </p:nvSpPr>
        <p:spPr>
          <a:xfrm>
            <a:off x="865632" y="3427707"/>
            <a:ext cx="40476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VIDIA Sans"/>
              <a:buNone/>
              <a:defRPr b="0" i="0" sz="1600" u="none" cap="none" strike="noStrik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grpSp>
        <p:nvGrpSpPr>
          <p:cNvPr id="399" name="Google Shape;399;g3e23138d502_0_1181"/>
          <p:cNvGrpSpPr/>
          <p:nvPr/>
        </p:nvGrpSpPr>
        <p:grpSpPr>
          <a:xfrm>
            <a:off x="0" y="6500821"/>
            <a:ext cx="776779" cy="360986"/>
            <a:chOff x="0" y="19504414"/>
            <a:chExt cx="2330569" cy="1083065"/>
          </a:xfrm>
        </p:grpSpPr>
        <p:sp>
          <p:nvSpPr>
            <p:cNvPr id="400" name="Google Shape;400;g3e23138d502_0_1181"/>
            <p:cNvSpPr/>
            <p:nvPr/>
          </p:nvSpPr>
          <p:spPr>
            <a:xfrm>
              <a:off x="0" y="19697679"/>
              <a:ext cx="155400" cy="8898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5225" lIns="30475" spcFirstLastPara="1" rIns="30475" wrap="square" tIns="152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endParaRPr>
            </a:p>
          </p:txBody>
        </p:sp>
        <p:pic>
          <p:nvPicPr>
            <p:cNvPr descr="A picture containing shape&#10;&#10;Description automatically generated" id="401" name="Google Shape;401;g3e23138d502_0_118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327131" y="19504414"/>
              <a:ext cx="2003438" cy="69023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02" name="Google Shape;402;g3e23138d502_0_1181"/>
          <p:cNvSpPr/>
          <p:nvPr>
            <p:ph idx="2" type="pic"/>
          </p:nvPr>
        </p:nvSpPr>
        <p:spPr>
          <a:xfrm>
            <a:off x="5474208" y="0"/>
            <a:ext cx="6717900" cy="6858000"/>
          </a:xfrm>
          <a:prstGeom prst="rect">
            <a:avLst/>
          </a:prstGeom>
          <a:solidFill>
            <a:srgbClr val="F2F2F2">
              <a:alpha val="60780"/>
            </a:srgbClr>
          </a:solidFill>
          <a:ln cap="flat" cmpd="sng" w="3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Left TITLE ONLY - Image Right">
  <p:cSld name="Text Left TITLE ONLY - Image Right"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e23138d502_0_1189"/>
          <p:cNvSpPr/>
          <p:nvPr/>
        </p:nvSpPr>
        <p:spPr>
          <a:xfrm>
            <a:off x="10988040" y="6309360"/>
            <a:ext cx="1203900" cy="548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5225" lIns="30475" spcFirstLastPara="1" rIns="30475" wrap="square" tIns="152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  <p:sp>
        <p:nvSpPr>
          <p:cNvPr id="405" name="Google Shape;405;g3e23138d502_0_1189"/>
          <p:cNvSpPr/>
          <p:nvPr>
            <p:ph idx="2" type="pic"/>
          </p:nvPr>
        </p:nvSpPr>
        <p:spPr>
          <a:xfrm>
            <a:off x="5474208" y="0"/>
            <a:ext cx="6717900" cy="6858000"/>
          </a:xfrm>
          <a:prstGeom prst="rect">
            <a:avLst/>
          </a:prstGeom>
          <a:solidFill>
            <a:srgbClr val="F2F2F2">
              <a:alpha val="60780"/>
            </a:srgbClr>
          </a:solidFill>
          <a:ln cap="flat" cmpd="sng" w="3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6" name="Google Shape;406;g3e23138d502_0_1189"/>
          <p:cNvSpPr txBox="1"/>
          <p:nvPr>
            <p:ph type="title"/>
          </p:nvPr>
        </p:nvSpPr>
        <p:spPr>
          <a:xfrm>
            <a:off x="865632" y="2868051"/>
            <a:ext cx="4059900" cy="11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5225" lIns="30475" spcFirstLastPara="1" rIns="30475" wrap="square" tIns="15225">
            <a:normAutofit/>
          </a:bodyPr>
          <a:lstStyle>
            <a:lvl1pPr lv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VIDIA Sans"/>
              <a:buNone/>
              <a:defRPr b="1" sz="2400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20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grpSp>
        <p:nvGrpSpPr>
          <p:cNvPr id="407" name="Google Shape;407;g3e23138d502_0_1189"/>
          <p:cNvGrpSpPr/>
          <p:nvPr/>
        </p:nvGrpSpPr>
        <p:grpSpPr>
          <a:xfrm>
            <a:off x="0" y="6500821"/>
            <a:ext cx="776779" cy="360986"/>
            <a:chOff x="0" y="19504414"/>
            <a:chExt cx="2330569" cy="1083065"/>
          </a:xfrm>
        </p:grpSpPr>
        <p:sp>
          <p:nvSpPr>
            <p:cNvPr id="408" name="Google Shape;408;g3e23138d502_0_1189"/>
            <p:cNvSpPr/>
            <p:nvPr/>
          </p:nvSpPr>
          <p:spPr>
            <a:xfrm>
              <a:off x="0" y="19697679"/>
              <a:ext cx="155400" cy="8898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5225" lIns="30475" spcFirstLastPara="1" rIns="30475" wrap="square" tIns="152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endParaRPr>
            </a:p>
          </p:txBody>
        </p:sp>
        <p:pic>
          <p:nvPicPr>
            <p:cNvPr descr="A picture containing shape&#10;&#10;Description automatically generated" id="409" name="Google Shape;409;g3e23138d502_0_118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327131" y="19504414"/>
              <a:ext cx="2003438" cy="69023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ING Layout">
  <p:cSld name="CODING Layout"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e23138d502_0_1196"/>
          <p:cNvSpPr/>
          <p:nvPr/>
        </p:nvSpPr>
        <p:spPr>
          <a:xfrm>
            <a:off x="10896600" y="6111238"/>
            <a:ext cx="1295400" cy="746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5225" lIns="30475" spcFirstLastPara="1" rIns="30475" wrap="square" tIns="152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  <p:sp>
        <p:nvSpPr>
          <p:cNvPr id="412" name="Google Shape;412;g3e23138d502_0_1196"/>
          <p:cNvSpPr txBox="1"/>
          <p:nvPr>
            <p:ph type="title"/>
          </p:nvPr>
        </p:nvSpPr>
        <p:spPr>
          <a:xfrm>
            <a:off x="865632" y="100688"/>
            <a:ext cx="4879800" cy="11220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rmAutofit/>
          </a:bodyPr>
          <a:lstStyle>
            <a:lvl1pPr lv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 Mono"/>
              <a:buNone/>
              <a:defRPr b="1" sz="2400" cap="none">
                <a:latin typeface="Roboto Mono"/>
                <a:ea typeface="Roboto Mono"/>
                <a:cs typeface="Roboto Mono"/>
                <a:sym typeface="Roboto Mono"/>
              </a:defRPr>
            </a:lvl1pPr>
            <a:lvl2pPr lvl="1">
              <a:spcBef>
                <a:spcPts val="20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413" name="Google Shape;413;g3e23138d502_0_1196"/>
          <p:cNvSpPr txBox="1"/>
          <p:nvPr>
            <p:ph idx="1" type="body"/>
          </p:nvPr>
        </p:nvSpPr>
        <p:spPr>
          <a:xfrm>
            <a:off x="865632" y="2329397"/>
            <a:ext cx="4879800" cy="37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32385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VIDIA Sans"/>
              <a:buChar char="•"/>
              <a:defRPr b="0" i="0" sz="1500" u="none" cap="none" strike="noStrik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indent="-31115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VIDIA Sans"/>
              <a:buChar char="•"/>
              <a:defRPr b="0" i="0" sz="1300" u="none" cap="none" strike="noStrik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indent="-3048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VIDIA Sans"/>
              <a:buChar char="•"/>
              <a:defRPr b="0" i="0" sz="1200" u="none" cap="none" strike="noStrik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indent="-29845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VIDIA Sans"/>
              <a:buChar char="•"/>
              <a:defRPr b="0" i="0" sz="1100" u="none" cap="none" strike="noStrik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indent="-28575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VIDIA Sans"/>
              <a:buChar char="•"/>
              <a:defRPr b="0" i="0" sz="900" u="none" cap="none" strike="noStrik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414" name="Google Shape;414;g3e23138d502_0_1196"/>
          <p:cNvSpPr txBox="1"/>
          <p:nvPr>
            <p:ph idx="2" type="body"/>
          </p:nvPr>
        </p:nvSpPr>
        <p:spPr>
          <a:xfrm>
            <a:off x="865632" y="1243923"/>
            <a:ext cx="48798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VIDIA Sans"/>
              <a:buNone/>
              <a:defRPr b="0" i="0" sz="1600" u="none" cap="none" strike="noStrik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indent="-228600" lvl="1" marL="9144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415" name="Google Shape;415;g3e23138d502_0_1196"/>
          <p:cNvSpPr/>
          <p:nvPr/>
        </p:nvSpPr>
        <p:spPr>
          <a:xfrm>
            <a:off x="6720946" y="0"/>
            <a:ext cx="54711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15225" lIns="30475" spcFirstLastPara="1" rIns="30475" wrap="square" tIns="7315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</a:pPr>
            <a:r>
              <a:t/>
            </a:r>
            <a:endParaRPr sz="1300">
              <a:solidFill>
                <a:schemeClr val="lt2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  <p:grpSp>
        <p:nvGrpSpPr>
          <p:cNvPr id="416" name="Google Shape;416;g3e23138d502_0_1196"/>
          <p:cNvGrpSpPr/>
          <p:nvPr/>
        </p:nvGrpSpPr>
        <p:grpSpPr>
          <a:xfrm>
            <a:off x="0" y="6500821"/>
            <a:ext cx="776779" cy="360986"/>
            <a:chOff x="0" y="19504414"/>
            <a:chExt cx="2330569" cy="1083065"/>
          </a:xfrm>
        </p:grpSpPr>
        <p:sp>
          <p:nvSpPr>
            <p:cNvPr id="417" name="Google Shape;417;g3e23138d502_0_1196"/>
            <p:cNvSpPr/>
            <p:nvPr/>
          </p:nvSpPr>
          <p:spPr>
            <a:xfrm>
              <a:off x="0" y="19697679"/>
              <a:ext cx="155400" cy="8898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5225" lIns="30475" spcFirstLastPara="1" rIns="30475" wrap="square" tIns="152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endParaRPr>
            </a:p>
          </p:txBody>
        </p:sp>
        <p:pic>
          <p:nvPicPr>
            <p:cNvPr descr="A picture containing shape&#10;&#10;Description automatically generated" id="418" name="Google Shape;418;g3e23138d502_0_119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327131" y="19504414"/>
              <a:ext cx="2003438" cy="690237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419" name="Google Shape;419;g3e23138d502_0_1196"/>
          <p:cNvCxnSpPr/>
          <p:nvPr/>
        </p:nvCxnSpPr>
        <p:spPr>
          <a:xfrm>
            <a:off x="0" y="1897743"/>
            <a:ext cx="5745600" cy="0"/>
          </a:xfrm>
          <a:prstGeom prst="straightConnector1">
            <a:avLst/>
          </a:prstGeom>
          <a:noFill/>
          <a:ln cap="flat" cmpd="sng" w="10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se Case Layout">
  <p:cSld name="Use Case Layout"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1" name="Google Shape;421;g3e23138d502_0_120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g3e23138d502_0_1206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bargo">
  <p:cSld name="Embargo"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3e23138d502_0_120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E0000"/>
          </a:solidFill>
          <a:ln>
            <a:noFill/>
          </a:ln>
        </p:spPr>
        <p:txBody>
          <a:bodyPr anchorCtr="0" anchor="ctr" bIns="15225" lIns="30475" spcFirstLastPara="1" rIns="30475" wrap="square" tIns="15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lt1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  <p:sp>
        <p:nvSpPr>
          <p:cNvPr id="425" name="Google Shape;425;g3e23138d502_0_1209"/>
          <p:cNvSpPr txBox="1"/>
          <p:nvPr>
            <p:ph idx="1" type="body"/>
          </p:nvPr>
        </p:nvSpPr>
        <p:spPr>
          <a:xfrm>
            <a:off x="2544753" y="3590666"/>
            <a:ext cx="7578000" cy="18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NVIDIA Sans"/>
              <a:buNone/>
              <a:defRPr b="0" i="0" sz="2500" u="none" cap="none" strike="noStrik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NVIDIA Sans"/>
              <a:buNone/>
              <a:defRPr b="0" i="0" sz="2500" u="none" cap="none" strike="noStrik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None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426" name="Google Shape;426;g3e23138d502_0_1209"/>
          <p:cNvSpPr txBox="1"/>
          <p:nvPr>
            <p:ph type="title"/>
          </p:nvPr>
        </p:nvSpPr>
        <p:spPr>
          <a:xfrm>
            <a:off x="2544753" y="3008253"/>
            <a:ext cx="75780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 Light"/>
              <a:buNone/>
              <a:defRPr b="0" sz="4000" cap="none">
                <a:solidFill>
                  <a:schemeClr val="dk1"/>
                </a:solidFill>
                <a:latin typeface="NVIDIA Sans Light"/>
                <a:ea typeface="NVIDIA Sans Light"/>
                <a:cs typeface="NVIDIA Sans Light"/>
                <a:sym typeface="NVIDI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pic>
        <p:nvPicPr>
          <p:cNvPr descr="A close up of a logo&#10;&#10;Description automatically generated" id="427" name="Google Shape;427;g3e23138d502_0_120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397713" y="2082682"/>
            <a:ext cx="785754" cy="7857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">
  <p:cSld name="Timeline"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green and white background&#10;&#10;Description automatically generated" id="429" name="Google Shape;429;g3e23138d502_0_12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1998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g3e23138d502_0_1214"/>
          <p:cNvSpPr/>
          <p:nvPr/>
        </p:nvSpPr>
        <p:spPr>
          <a:xfrm>
            <a:off x="0" y="2321305"/>
            <a:ext cx="12192000" cy="4536600"/>
          </a:xfrm>
          <a:prstGeom prst="rect">
            <a:avLst/>
          </a:prstGeom>
          <a:gradFill>
            <a:gsLst>
              <a:gs pos="0">
                <a:schemeClr val="dk1"/>
              </a:gs>
              <a:gs pos="78000">
                <a:srgbClr val="FFFFFF">
                  <a:alpha val="54901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15225" lIns="30475" spcFirstLastPara="1" rIns="30475" wrap="square" tIns="152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  <p:cxnSp>
        <p:nvCxnSpPr>
          <p:cNvPr id="431" name="Google Shape;431;g3e23138d502_0_1214"/>
          <p:cNvCxnSpPr/>
          <p:nvPr/>
        </p:nvCxnSpPr>
        <p:spPr>
          <a:xfrm>
            <a:off x="0" y="3776425"/>
            <a:ext cx="12192000" cy="0"/>
          </a:xfrm>
          <a:prstGeom prst="straightConnector1">
            <a:avLst/>
          </a:prstGeom>
          <a:noFill/>
          <a:ln cap="flat" cmpd="sng" w="169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2" name="Google Shape;432;g3e23138d502_0_1214"/>
          <p:cNvSpPr txBox="1"/>
          <p:nvPr>
            <p:ph type="title"/>
          </p:nvPr>
        </p:nvSpPr>
        <p:spPr>
          <a:xfrm>
            <a:off x="838200" y="0"/>
            <a:ext cx="10515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VIDIA Sans"/>
              <a:buNone/>
              <a:defRPr b="1" sz="2400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433" name="Google Shape;433;g3e23138d502_0_1214"/>
          <p:cNvSpPr txBox="1"/>
          <p:nvPr>
            <p:ph idx="1" type="body"/>
          </p:nvPr>
        </p:nvSpPr>
        <p:spPr>
          <a:xfrm>
            <a:off x="838200" y="829056"/>
            <a:ext cx="105156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VIDIA Sans"/>
              <a:buNone/>
              <a:defRPr b="0" i="0" sz="1600" u="none" cap="none" strike="noStrik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w/ Images Layout">
  <p:cSld name="Timeline w/ Images Layout"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green and white background&#10;&#10;Description automatically generated" id="435" name="Google Shape;435;g3e23138d502_0_12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1998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g3e23138d502_0_1220"/>
          <p:cNvSpPr/>
          <p:nvPr/>
        </p:nvSpPr>
        <p:spPr>
          <a:xfrm>
            <a:off x="0" y="2321305"/>
            <a:ext cx="12192000" cy="4536600"/>
          </a:xfrm>
          <a:prstGeom prst="rect">
            <a:avLst/>
          </a:prstGeom>
          <a:gradFill>
            <a:gsLst>
              <a:gs pos="0">
                <a:schemeClr val="dk1"/>
              </a:gs>
              <a:gs pos="78000">
                <a:srgbClr val="FFFFFF">
                  <a:alpha val="54901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15225" lIns="30475" spcFirstLastPara="1" rIns="30475" wrap="square" tIns="152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  <p:sp>
        <p:nvSpPr>
          <p:cNvPr id="437" name="Google Shape;437;g3e23138d502_0_1220"/>
          <p:cNvSpPr txBox="1"/>
          <p:nvPr>
            <p:ph type="title"/>
          </p:nvPr>
        </p:nvSpPr>
        <p:spPr>
          <a:xfrm>
            <a:off x="838200" y="0"/>
            <a:ext cx="10515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VIDIA Sans"/>
              <a:buNone/>
              <a:defRPr b="1" sz="2400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438" name="Google Shape;438;g3e23138d502_0_1220"/>
          <p:cNvSpPr txBox="1"/>
          <p:nvPr>
            <p:ph idx="1" type="body"/>
          </p:nvPr>
        </p:nvSpPr>
        <p:spPr>
          <a:xfrm>
            <a:off x="838200" y="829056"/>
            <a:ext cx="105156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VIDIA Sans"/>
              <a:buNone/>
              <a:defRPr b="0" i="0" sz="1600" u="none" cap="none" strike="noStrik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cxnSp>
        <p:nvCxnSpPr>
          <p:cNvPr id="439" name="Google Shape;439;g3e23138d502_0_1220"/>
          <p:cNvCxnSpPr/>
          <p:nvPr/>
        </p:nvCxnSpPr>
        <p:spPr>
          <a:xfrm>
            <a:off x="0" y="4172373"/>
            <a:ext cx="12192000" cy="0"/>
          </a:xfrm>
          <a:prstGeom prst="straightConnector1">
            <a:avLst/>
          </a:prstGeom>
          <a:noFill/>
          <a:ln cap="flat" cmpd="sng" w="169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0" name="Google Shape;440;g3e23138d502_0_1220"/>
          <p:cNvSpPr/>
          <p:nvPr>
            <p:ph idx="2" type="pic"/>
          </p:nvPr>
        </p:nvSpPr>
        <p:spPr>
          <a:xfrm>
            <a:off x="368300" y="2942951"/>
            <a:ext cx="2057400" cy="1403100"/>
          </a:xfrm>
          <a:prstGeom prst="rect">
            <a:avLst/>
          </a:prstGeom>
          <a:solidFill>
            <a:schemeClr val="lt2"/>
          </a:solidFill>
          <a:ln cap="flat" cmpd="sng" w="3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1" name="Google Shape;441;g3e23138d502_0_1220"/>
          <p:cNvSpPr txBox="1"/>
          <p:nvPr>
            <p:ph idx="3" type="body"/>
          </p:nvPr>
        </p:nvSpPr>
        <p:spPr>
          <a:xfrm>
            <a:off x="368300" y="2411894"/>
            <a:ext cx="20574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b="0" i="0" sz="1300" u="none" cap="none" strike="noStrik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442" name="Google Shape;442;g3e23138d502_0_1220"/>
          <p:cNvSpPr txBox="1"/>
          <p:nvPr>
            <p:ph idx="4" type="body"/>
          </p:nvPr>
        </p:nvSpPr>
        <p:spPr>
          <a:xfrm>
            <a:off x="368300" y="2649196"/>
            <a:ext cx="2057400" cy="2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b="0" i="0" sz="9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443" name="Google Shape;443;g3e23138d502_0_1220"/>
          <p:cNvSpPr txBox="1"/>
          <p:nvPr>
            <p:ph idx="5" type="body"/>
          </p:nvPr>
        </p:nvSpPr>
        <p:spPr>
          <a:xfrm>
            <a:off x="368300" y="2164318"/>
            <a:ext cx="20574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VIDIA Sans"/>
              <a:buNone/>
              <a:defRPr b="0" i="0" sz="2400" u="none" cap="none" strike="noStrike">
                <a:solidFill>
                  <a:schemeClr val="lt1"/>
                </a:solidFill>
                <a:latin typeface="NVIDIA Sans Light"/>
                <a:ea typeface="NVIDIA Sans Light"/>
                <a:cs typeface="NVIDIA Sans Light"/>
                <a:sym typeface="NVIDIA Sans Light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444" name="Google Shape;444;g3e23138d502_0_1220"/>
          <p:cNvSpPr/>
          <p:nvPr>
            <p:ph idx="6" type="pic"/>
          </p:nvPr>
        </p:nvSpPr>
        <p:spPr>
          <a:xfrm>
            <a:off x="2717799" y="4005352"/>
            <a:ext cx="2057400" cy="1403100"/>
          </a:xfrm>
          <a:prstGeom prst="rect">
            <a:avLst/>
          </a:prstGeom>
          <a:solidFill>
            <a:schemeClr val="lt2"/>
          </a:solidFill>
          <a:ln cap="flat" cmpd="sng" w="3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5" name="Google Shape;445;g3e23138d502_0_1220"/>
          <p:cNvSpPr txBox="1"/>
          <p:nvPr>
            <p:ph idx="7" type="body"/>
          </p:nvPr>
        </p:nvSpPr>
        <p:spPr>
          <a:xfrm>
            <a:off x="2717799" y="3474295"/>
            <a:ext cx="20574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b="0" i="0" sz="1300" u="none" cap="none" strike="noStrik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446" name="Google Shape;446;g3e23138d502_0_1220"/>
          <p:cNvSpPr txBox="1"/>
          <p:nvPr>
            <p:ph idx="8" type="body"/>
          </p:nvPr>
        </p:nvSpPr>
        <p:spPr>
          <a:xfrm>
            <a:off x="2717799" y="3711597"/>
            <a:ext cx="2057400" cy="2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b="0" i="0" sz="9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447" name="Google Shape;447;g3e23138d502_0_1220"/>
          <p:cNvSpPr txBox="1"/>
          <p:nvPr>
            <p:ph idx="9" type="body"/>
          </p:nvPr>
        </p:nvSpPr>
        <p:spPr>
          <a:xfrm>
            <a:off x="2717799" y="3226719"/>
            <a:ext cx="20574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VIDIA Sans"/>
              <a:buNone/>
              <a:defRPr b="0" i="0" sz="2400" u="none" cap="none" strike="noStrike">
                <a:solidFill>
                  <a:schemeClr val="lt1"/>
                </a:solidFill>
                <a:latin typeface="NVIDIA Sans Light"/>
                <a:ea typeface="NVIDIA Sans Light"/>
                <a:cs typeface="NVIDIA Sans Light"/>
                <a:sym typeface="NVIDIA Sans Light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448" name="Google Shape;448;g3e23138d502_0_1220"/>
          <p:cNvSpPr/>
          <p:nvPr>
            <p:ph idx="13" type="pic"/>
          </p:nvPr>
        </p:nvSpPr>
        <p:spPr>
          <a:xfrm>
            <a:off x="5054598" y="2942951"/>
            <a:ext cx="2057400" cy="1403100"/>
          </a:xfrm>
          <a:prstGeom prst="rect">
            <a:avLst/>
          </a:prstGeom>
          <a:solidFill>
            <a:schemeClr val="lt2"/>
          </a:solidFill>
          <a:ln cap="flat" cmpd="sng" w="3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9" name="Google Shape;449;g3e23138d502_0_1220"/>
          <p:cNvSpPr txBox="1"/>
          <p:nvPr>
            <p:ph idx="14" type="body"/>
          </p:nvPr>
        </p:nvSpPr>
        <p:spPr>
          <a:xfrm>
            <a:off x="5054598" y="2411894"/>
            <a:ext cx="20574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b="0" i="0" sz="1300" u="none" cap="none" strike="noStrik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450" name="Google Shape;450;g3e23138d502_0_1220"/>
          <p:cNvSpPr txBox="1"/>
          <p:nvPr>
            <p:ph idx="15" type="body"/>
          </p:nvPr>
        </p:nvSpPr>
        <p:spPr>
          <a:xfrm>
            <a:off x="5054598" y="2649196"/>
            <a:ext cx="2057400" cy="2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b="0" i="0" sz="9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451" name="Google Shape;451;g3e23138d502_0_1220"/>
          <p:cNvSpPr txBox="1"/>
          <p:nvPr>
            <p:ph idx="16" type="body"/>
          </p:nvPr>
        </p:nvSpPr>
        <p:spPr>
          <a:xfrm>
            <a:off x="5054598" y="2164318"/>
            <a:ext cx="20574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VIDIA Sans"/>
              <a:buNone/>
              <a:defRPr b="0" i="0" sz="2400" u="none" cap="none" strike="noStrike">
                <a:solidFill>
                  <a:schemeClr val="lt1"/>
                </a:solidFill>
                <a:latin typeface="NVIDIA Sans Light"/>
                <a:ea typeface="NVIDIA Sans Light"/>
                <a:cs typeface="NVIDIA Sans Light"/>
                <a:sym typeface="NVIDIA Sans Light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452" name="Google Shape;452;g3e23138d502_0_1220"/>
          <p:cNvSpPr/>
          <p:nvPr>
            <p:ph idx="17" type="pic"/>
          </p:nvPr>
        </p:nvSpPr>
        <p:spPr>
          <a:xfrm>
            <a:off x="7404099" y="4005352"/>
            <a:ext cx="2057400" cy="1403100"/>
          </a:xfrm>
          <a:prstGeom prst="rect">
            <a:avLst/>
          </a:prstGeom>
          <a:solidFill>
            <a:schemeClr val="lt2"/>
          </a:solidFill>
          <a:ln cap="flat" cmpd="sng" w="3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3" name="Google Shape;453;g3e23138d502_0_1220"/>
          <p:cNvSpPr txBox="1"/>
          <p:nvPr>
            <p:ph idx="18" type="body"/>
          </p:nvPr>
        </p:nvSpPr>
        <p:spPr>
          <a:xfrm>
            <a:off x="7404099" y="3474295"/>
            <a:ext cx="20574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b="0" i="0" sz="1300" u="none" cap="none" strike="noStrik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454" name="Google Shape;454;g3e23138d502_0_1220"/>
          <p:cNvSpPr txBox="1"/>
          <p:nvPr>
            <p:ph idx="19" type="body"/>
          </p:nvPr>
        </p:nvSpPr>
        <p:spPr>
          <a:xfrm>
            <a:off x="7404099" y="3711597"/>
            <a:ext cx="2057400" cy="2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b="0" i="0" sz="9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455" name="Google Shape;455;g3e23138d502_0_1220"/>
          <p:cNvSpPr txBox="1"/>
          <p:nvPr>
            <p:ph idx="20" type="body"/>
          </p:nvPr>
        </p:nvSpPr>
        <p:spPr>
          <a:xfrm>
            <a:off x="7404099" y="3226719"/>
            <a:ext cx="20574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VIDIA Sans"/>
              <a:buNone/>
              <a:defRPr b="0" i="0" sz="2400" u="none" cap="none" strike="noStrike">
                <a:solidFill>
                  <a:schemeClr val="lt1"/>
                </a:solidFill>
                <a:latin typeface="NVIDIA Sans Light"/>
                <a:ea typeface="NVIDIA Sans Light"/>
                <a:cs typeface="NVIDIA Sans Light"/>
                <a:sym typeface="NVIDIA Sans Light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456" name="Google Shape;456;g3e23138d502_0_1220"/>
          <p:cNvSpPr/>
          <p:nvPr>
            <p:ph idx="21" type="pic"/>
          </p:nvPr>
        </p:nvSpPr>
        <p:spPr>
          <a:xfrm>
            <a:off x="9766301" y="2942951"/>
            <a:ext cx="2057400" cy="1403100"/>
          </a:xfrm>
          <a:prstGeom prst="rect">
            <a:avLst/>
          </a:prstGeom>
          <a:solidFill>
            <a:schemeClr val="lt2"/>
          </a:solidFill>
          <a:ln cap="flat" cmpd="sng" w="3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7" name="Google Shape;457;g3e23138d502_0_1220"/>
          <p:cNvSpPr txBox="1"/>
          <p:nvPr>
            <p:ph idx="22" type="body"/>
          </p:nvPr>
        </p:nvSpPr>
        <p:spPr>
          <a:xfrm>
            <a:off x="9766301" y="2411894"/>
            <a:ext cx="20574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b="0" i="0" sz="1300" u="none" cap="none" strike="noStrik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458" name="Google Shape;458;g3e23138d502_0_1220"/>
          <p:cNvSpPr txBox="1"/>
          <p:nvPr>
            <p:ph idx="23" type="body"/>
          </p:nvPr>
        </p:nvSpPr>
        <p:spPr>
          <a:xfrm>
            <a:off x="9766301" y="2649196"/>
            <a:ext cx="2057400" cy="2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b="0" i="0" sz="9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459" name="Google Shape;459;g3e23138d502_0_1220"/>
          <p:cNvSpPr txBox="1"/>
          <p:nvPr>
            <p:ph idx="24" type="body"/>
          </p:nvPr>
        </p:nvSpPr>
        <p:spPr>
          <a:xfrm>
            <a:off x="9766301" y="2164318"/>
            <a:ext cx="20574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VIDIA Sans"/>
              <a:buNone/>
              <a:defRPr b="0" i="0" sz="2400" u="none" cap="none" strike="noStrike">
                <a:solidFill>
                  <a:schemeClr val="lt1"/>
                </a:solidFill>
                <a:latin typeface="NVIDIA Sans Light"/>
                <a:ea typeface="NVIDIA Sans Light"/>
                <a:cs typeface="NVIDIA Sans Light"/>
                <a:sym typeface="NVIDIA Sans Light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lex_Timeline">
  <p:cSld name="Complex_Timeline"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green and white background&#10;&#10;Description automatically generated" id="461" name="Google Shape;461;g3e23138d502_0_124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1998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462;g3e23138d502_0_1246"/>
          <p:cNvSpPr/>
          <p:nvPr/>
        </p:nvSpPr>
        <p:spPr>
          <a:xfrm>
            <a:off x="0" y="2321305"/>
            <a:ext cx="12192000" cy="4536600"/>
          </a:xfrm>
          <a:prstGeom prst="rect">
            <a:avLst/>
          </a:prstGeom>
          <a:gradFill>
            <a:gsLst>
              <a:gs pos="0">
                <a:schemeClr val="dk1"/>
              </a:gs>
              <a:gs pos="78000">
                <a:srgbClr val="FFFFFF">
                  <a:alpha val="54901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15225" lIns="30475" spcFirstLastPara="1" rIns="30475" wrap="square" tIns="152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  <p:sp>
        <p:nvSpPr>
          <p:cNvPr id="463" name="Google Shape;463;g3e23138d502_0_1246"/>
          <p:cNvSpPr txBox="1"/>
          <p:nvPr>
            <p:ph type="title"/>
          </p:nvPr>
        </p:nvSpPr>
        <p:spPr>
          <a:xfrm>
            <a:off x="838200" y="0"/>
            <a:ext cx="10515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VIDIA Sans"/>
              <a:buNone/>
              <a:defRPr b="1" sz="2400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464" name="Google Shape;464;g3e23138d502_0_1246"/>
          <p:cNvSpPr txBox="1"/>
          <p:nvPr>
            <p:ph idx="1" type="body"/>
          </p:nvPr>
        </p:nvSpPr>
        <p:spPr>
          <a:xfrm>
            <a:off x="838200" y="829056"/>
            <a:ext cx="105156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VIDIA Sans"/>
              <a:buNone/>
              <a:defRPr b="0" i="0" sz="1600" u="none" cap="none" strike="noStrik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Demo - Image Layout">
  <p:cSld name="1_Demo - Image Layout"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6" name="Google Shape;466;g3e23138d502_0_125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g3e23138d502_0_1251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mo - Insert Video Layout">
  <p:cSld name="Demo - Insert Video Layout"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3e23138d502_0_125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5225" lIns="30475" spcFirstLastPara="1" rIns="30475" wrap="square" tIns="152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  <p:sp>
        <p:nvSpPr>
          <p:cNvPr id="470" name="Google Shape;470;g3e23138d502_0_1254"/>
          <p:cNvSpPr/>
          <p:nvPr>
            <p:ph idx="2" type="media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1402075" lIns="30475" spcFirstLastPara="1" rIns="30475" wrap="square" tIns="0">
            <a:noAutofit/>
          </a:bodyPr>
          <a:lstStyle>
            <a:lvl1pPr lvl="0" marR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b="1" i="0" sz="28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lvl="1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VIDIA Sans"/>
              <a:buChar char="•"/>
              <a:defRPr b="0" i="0" sz="24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lvl="2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VIDIA Sans"/>
              <a:buChar char="•"/>
              <a:defRPr b="0" i="0" sz="20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lvl="3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lvl="4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lvl="5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lvl="6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lvl="7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lvl="8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 Slide">
  <p:cSld name="Closing Slide"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green and white background&#10;&#10;Description automatically generated" id="472" name="Google Shape;472;g3e23138d502_0_125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1998" cy="68579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graphics, logo, symbol, graphic design&#10;&#10;Description automatically generated" id="473" name="Google Shape;473;g3e23138d502_0_12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2042" y="257844"/>
            <a:ext cx="2788663" cy="9607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title">
  <p:cSld name="Title, Subtitle"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e23138d502_0_1260"/>
          <p:cNvSpPr txBox="1"/>
          <p:nvPr>
            <p:ph type="title"/>
          </p:nvPr>
        </p:nvSpPr>
        <p:spPr>
          <a:xfrm>
            <a:off x="838200" y="0"/>
            <a:ext cx="10515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VIDIA Sans"/>
              <a:buNone/>
              <a:defRPr b="1" sz="2400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476" name="Google Shape;476;g3e23138d502_0_1260"/>
          <p:cNvSpPr txBox="1"/>
          <p:nvPr>
            <p:ph idx="1" type="body"/>
          </p:nvPr>
        </p:nvSpPr>
        <p:spPr>
          <a:xfrm>
            <a:off x="838200" y="829056"/>
            <a:ext cx="105156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VIDIA Sans"/>
              <a:buNone/>
              <a:defRPr b="0" i="0" sz="1600" u="none" cap="none" strike="noStrik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theme" Target="../theme/theme3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26.xml"/><Relationship Id="rId15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28.xml"/><Relationship Id="rId17" Type="http://schemas.openxmlformats.org/officeDocument/2006/relationships/slideLayout" Target="../slideLayouts/slideLayout29.xml"/><Relationship Id="rId18" Type="http://schemas.openxmlformats.org/officeDocument/2006/relationships/slideLayout" Target="../slideLayouts/slideLayout30.xml"/><Relationship Id="rId19" Type="http://schemas.openxmlformats.org/officeDocument/2006/relationships/slideLayout" Target="../slideLayouts/slideLayout31.xml"/><Relationship Id="rId20" Type="http://schemas.openxmlformats.org/officeDocument/2006/relationships/slideLayout" Target="../slideLayouts/slideLayout32.xml"/><Relationship Id="rId21" Type="http://schemas.openxmlformats.org/officeDocument/2006/relationships/slideLayout" Target="../slideLayouts/slideLayout33.xml"/><Relationship Id="rId22" Type="http://schemas.openxmlformats.org/officeDocument/2006/relationships/slideLayout" Target="../slideLayouts/slideLayout34.xml"/><Relationship Id="rId23" Type="http://schemas.openxmlformats.org/officeDocument/2006/relationships/slideLayout" Target="../slideLayouts/slideLayout35.xml"/><Relationship Id="rId24" Type="http://schemas.openxmlformats.org/officeDocument/2006/relationships/slideLayout" Target="../slideLayouts/slideLayout36.xml"/><Relationship Id="rId25" Type="http://schemas.openxmlformats.org/officeDocument/2006/relationships/slideLayout" Target="../slideLayouts/slideLayout37.xml"/><Relationship Id="rId26" Type="http://schemas.openxmlformats.org/officeDocument/2006/relationships/slideLayout" Target="../slideLayouts/slideLayout38.xml"/><Relationship Id="rId27" Type="http://schemas.openxmlformats.org/officeDocument/2006/relationships/slideLayout" Target="../slideLayouts/slideLayout39.xml"/><Relationship Id="rId28" Type="http://schemas.openxmlformats.org/officeDocument/2006/relationships/slideLayout" Target="../slideLayouts/slideLayout40.xml"/><Relationship Id="rId29" Type="http://schemas.openxmlformats.org/officeDocument/2006/relationships/slideLayout" Target="../slideLayouts/slideLayout41.xml"/><Relationship Id="rId30" Type="http://schemas.openxmlformats.org/officeDocument/2006/relationships/slideLayout" Target="../slideLayouts/slideLayout42.xml"/><Relationship Id="rId31" Type="http://schemas.openxmlformats.org/officeDocument/2006/relationships/slideLayout" Target="../slideLayouts/slideLayout43.xml"/><Relationship Id="rId32" Type="http://schemas.openxmlformats.org/officeDocument/2006/relationships/slideLayout" Target="../slideLayouts/slideLayout44.xml"/><Relationship Id="rId33" Type="http://schemas.openxmlformats.org/officeDocument/2006/relationships/slideLayout" Target="../slideLayouts/slideLayout45.xml"/><Relationship Id="rId34" Type="http://schemas.openxmlformats.org/officeDocument/2006/relationships/slideLayout" Target="../slideLayouts/slideLayout46.xml"/><Relationship Id="rId35" Type="http://schemas.openxmlformats.org/officeDocument/2006/relationships/slideLayout" Target="../slideLayouts/slideLayout47.xml"/><Relationship Id="rId36" Type="http://schemas.openxmlformats.org/officeDocument/2006/relationships/slideLayout" Target="../slideLayouts/slideLayout48.xml"/><Relationship Id="rId37" Type="http://schemas.openxmlformats.org/officeDocument/2006/relationships/slideLayout" Target="../slideLayouts/slideLayout49.xml"/><Relationship Id="rId38" Type="http://schemas.openxmlformats.org/officeDocument/2006/relationships/slideLayout" Target="../slideLayouts/slideLayout50.xml"/><Relationship Id="rId39" Type="http://schemas.openxmlformats.org/officeDocument/2006/relationships/slideLayout" Target="../slideLayouts/slideLayout51.xml"/><Relationship Id="rId40" Type="http://schemas.openxmlformats.org/officeDocument/2006/relationships/slideLayout" Target="../slideLayouts/slideLayout52.xml"/><Relationship Id="rId41" Type="http://schemas.openxmlformats.org/officeDocument/2006/relationships/slideLayout" Target="../slideLayouts/slideLayout53.xml"/><Relationship Id="rId4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279cdef50ac_0_0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g279cdef50ac_0_0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●"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92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92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92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●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92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92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92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●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92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92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g279cdef50ac_0_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e23138d502_0_853"/>
          <p:cNvSpPr txBox="1"/>
          <p:nvPr>
            <p:ph type="title"/>
          </p:nvPr>
        </p:nvSpPr>
        <p:spPr>
          <a:xfrm>
            <a:off x="838200" y="0"/>
            <a:ext cx="10515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rmAutofit/>
          </a:bodyPr>
          <a:lstStyle>
            <a:lvl1pPr lvl="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VIDIA Sans"/>
              <a:buNone/>
              <a:defRPr b="1" i="0" sz="24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 sz="600"/>
            </a:lvl9pPr>
          </a:lstStyle>
          <a:p/>
        </p:txBody>
      </p:sp>
      <p:grpSp>
        <p:nvGrpSpPr>
          <p:cNvPr id="69" name="Google Shape;69;g3e23138d502_0_853"/>
          <p:cNvGrpSpPr/>
          <p:nvPr/>
        </p:nvGrpSpPr>
        <p:grpSpPr>
          <a:xfrm>
            <a:off x="11352664" y="6500821"/>
            <a:ext cx="838101" cy="357602"/>
            <a:chOff x="34061399" y="19504414"/>
            <a:chExt cx="2514553" cy="1072912"/>
          </a:xfrm>
        </p:grpSpPr>
        <p:sp>
          <p:nvSpPr>
            <p:cNvPr id="70" name="Google Shape;70;g3e23138d502_0_853"/>
            <p:cNvSpPr/>
            <p:nvPr/>
          </p:nvSpPr>
          <p:spPr>
            <a:xfrm>
              <a:off x="36420552" y="19687526"/>
              <a:ext cx="155400" cy="8898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5225" lIns="30475" spcFirstLastPara="1" rIns="30475" wrap="square" tIns="152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endParaRPr>
            </a:p>
          </p:txBody>
        </p:sp>
        <p:pic>
          <p:nvPicPr>
            <p:cNvPr descr="A picture containing shape&#10;&#10;Description automatically generated" id="71" name="Google Shape;71;g3e23138d502_0_853"/>
            <p:cNvPicPr preferRelativeResize="0"/>
            <p:nvPr/>
          </p:nvPicPr>
          <p:blipFill rotWithShape="1">
            <a:blip r:embed="rId1">
              <a:alphaModFix/>
            </a:blip>
            <a:srcRect b="0" l="0" r="0" t="0"/>
            <a:stretch/>
          </p:blipFill>
          <p:spPr>
            <a:xfrm>
              <a:off x="34061399" y="19504414"/>
              <a:ext cx="2003438" cy="69023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  <p:sldLayoutId id="2147483681" r:id="rId20"/>
    <p:sldLayoutId id="2147483682" r:id="rId21"/>
    <p:sldLayoutId id="2147483683" r:id="rId22"/>
    <p:sldLayoutId id="2147483684" r:id="rId23"/>
    <p:sldLayoutId id="2147483685" r:id="rId24"/>
    <p:sldLayoutId id="2147483686" r:id="rId25"/>
    <p:sldLayoutId id="2147483687" r:id="rId26"/>
    <p:sldLayoutId id="2147483688" r:id="rId27"/>
    <p:sldLayoutId id="2147483689" r:id="rId28"/>
    <p:sldLayoutId id="2147483690" r:id="rId29"/>
    <p:sldLayoutId id="2147483691" r:id="rId30"/>
    <p:sldLayoutId id="2147483692" r:id="rId31"/>
    <p:sldLayoutId id="2147483693" r:id="rId32"/>
    <p:sldLayoutId id="2147483694" r:id="rId33"/>
    <p:sldLayoutId id="2147483695" r:id="rId34"/>
    <p:sldLayoutId id="2147483696" r:id="rId35"/>
    <p:sldLayoutId id="2147483697" r:id="rId36"/>
    <p:sldLayoutId id="2147483698" r:id="rId37"/>
    <p:sldLayoutId id="2147483699" r:id="rId38"/>
    <p:sldLayoutId id="2147483700" r:id="rId39"/>
    <p:sldLayoutId id="2147483701" r:id="rId40"/>
    <p:sldLayoutId id="2147483702" r:id="rId4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Relationship Id="rId4" Type="http://schemas.openxmlformats.org/officeDocument/2006/relationships/hyperlink" Target="https://join.slack.com/t/indiaagentica-fy61197/shared_invite/zt-3y5o0mhrm-vttWxctIJ7IuaMxXrQa77w" TargetMode="External"/><Relationship Id="rId5" Type="http://schemas.openxmlformats.org/officeDocument/2006/relationships/image" Target="../media/image1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1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1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3e23138d502_0_3"/>
          <p:cNvSpPr txBox="1"/>
          <p:nvPr>
            <p:ph type="ctrTitle"/>
          </p:nvPr>
        </p:nvSpPr>
        <p:spPr>
          <a:xfrm>
            <a:off x="504337" y="994526"/>
            <a:ext cx="64275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rmAutofit/>
          </a:bodyPr>
          <a:lstStyle/>
          <a:p>
            <a:r>
              <a:rPr sz="2400"/>
              <a:t>FedNeMo: Privacy-Preserving Federated Fine-Tuning of Nemotron for Healthcare</a:t>
            </a:r>
          </a:p>
        </p:txBody>
      </p:sp>
      <p:sp>
        <p:nvSpPr>
          <p:cNvPr id="483" name="Google Shape;483;g3e23138d502_0_3"/>
          <p:cNvSpPr txBox="1"/>
          <p:nvPr>
            <p:ph idx="1" type="subTitle"/>
          </p:nvPr>
        </p:nvSpPr>
        <p:spPr>
          <a:xfrm>
            <a:off x="504333" y="2647242"/>
            <a:ext cx="8066400" cy="5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rmAutofit/>
          </a:bodyPr>
          <a:lstStyle/>
          <a:p>
            <a:r>
              <a:t>Midnight Ciphers   |   Track B — Model Finetuning &amp; Customisation</a:t>
            </a:r>
          </a:p>
        </p:txBody>
      </p:sp>
      <p:pic>
        <p:nvPicPr>
          <p:cNvPr id="484" name="Google Shape;484;g3e23138d502_0_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9026" y="6105425"/>
            <a:ext cx="1980568" cy="56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0" name="Google Shape;490;g3e23138d502_0_8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9026" y="6105425"/>
            <a:ext cx="1980568" cy="567900"/>
          </a:xfrm>
          <a:prstGeom prst="rect">
            <a:avLst/>
          </a:prstGeom>
          <a:noFill/>
          <a:ln>
            <a:noFill/>
          </a:ln>
        </p:spPr>
      </p:pic>
      <p:sp>
        <p:nvSpPr>
          <p:cNvPr id="491" name="Google Shape;491;g3e23138d502_0_846"/>
          <p:cNvSpPr txBox="1"/>
          <p:nvPr>
            <p:ph idx="4294967295" type="ctrTitle"/>
          </p:nvPr>
        </p:nvSpPr>
        <p:spPr>
          <a:xfrm>
            <a:off x="1065178" y="762950"/>
            <a:ext cx="8527800" cy="42690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i="0" lang="en-US" sz="1400">
                <a:latin typeface="Arial"/>
                <a:ea typeface="Arial"/>
                <a:cs typeface="Arial"/>
                <a:sym typeface="Arial"/>
              </a:rPr>
              <a:t>Contents:</a:t>
            </a:r>
            <a:endParaRPr b="1" i="0"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i="0" lang="en-US" sz="1400">
                <a:latin typeface="Arial"/>
                <a:ea typeface="Arial"/>
                <a:cs typeface="Arial"/>
                <a:sym typeface="Arial"/>
              </a:rPr>
              <a:t> </a:t>
            </a:r>
            <a:endParaRPr i="0"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AutoNum type="arabicPeriod"/>
            </a:pPr>
            <a:r>
              <a:rPr i="0" lang="en-US" sz="1400">
                <a:latin typeface="Arial"/>
                <a:ea typeface="Arial"/>
                <a:cs typeface="Arial"/>
                <a:sym typeface="Arial"/>
              </a:rPr>
              <a:t>Team introduction</a:t>
            </a:r>
            <a:endParaRPr i="0"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AutoNum type="arabicPeriod"/>
            </a:pPr>
            <a:r>
              <a:rPr i="0" lang="en-US" sz="1400">
                <a:latin typeface="Arial"/>
                <a:ea typeface="Arial"/>
                <a:cs typeface="Arial"/>
                <a:sym typeface="Arial"/>
              </a:rPr>
              <a:t>AI Use-case</a:t>
            </a:r>
            <a:endParaRPr i="0"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AutoNum type="arabicPeriod"/>
            </a:pPr>
            <a:r>
              <a:rPr lang="en-US" sz="1400"/>
              <a:t>Tech Stack</a:t>
            </a:r>
            <a:endParaRPr i="0"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AutoNum type="arabicPeriod"/>
            </a:pPr>
            <a:r>
              <a:rPr i="0" lang="en-US" sz="1400">
                <a:latin typeface="Arial"/>
                <a:ea typeface="Arial"/>
                <a:cs typeface="Arial"/>
                <a:sym typeface="Arial"/>
              </a:rPr>
              <a:t>Roadmap</a:t>
            </a:r>
            <a:endParaRPr i="0"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</a:pPr>
            <a:r>
              <a:t/>
            </a:r>
            <a:endParaRPr i="0"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</a:pPr>
            <a:r>
              <a:rPr b="1" i="0" lang="en-US" sz="1400">
                <a:latin typeface="Arial"/>
                <a:ea typeface="Arial"/>
                <a:cs typeface="Arial"/>
                <a:sym typeface="Arial"/>
              </a:rPr>
              <a:t>Instructions: </a:t>
            </a:r>
            <a:endParaRPr b="1" i="0"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</a:pPr>
            <a:r>
              <a:t/>
            </a:r>
            <a:endParaRPr i="0"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i="1" lang="en-US" sz="1400">
                <a:latin typeface="Arial"/>
                <a:ea typeface="Arial"/>
                <a:cs typeface="Arial"/>
                <a:sym typeface="Arial"/>
              </a:rPr>
              <a:t>Teams can use more than one slide per section.</a:t>
            </a:r>
            <a:endParaRPr i="1"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i="1" lang="en-US" sz="1400">
                <a:latin typeface="Arial"/>
                <a:ea typeface="Arial"/>
                <a:cs typeface="Arial"/>
                <a:sym typeface="Arial"/>
              </a:rPr>
              <a:t>Teams should restrict the total number of slides to a maximum of 15.</a:t>
            </a:r>
            <a:endParaRPr i="1"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i="1" lang="en-US" sz="1400">
                <a:latin typeface="Arial"/>
                <a:ea typeface="Arial"/>
                <a:cs typeface="Arial"/>
                <a:sym typeface="Arial"/>
              </a:rPr>
              <a:t>Teams can add optional points which they believe would support their application. </a:t>
            </a:r>
            <a:endParaRPr i="1"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i="1" lang="en-US" sz="1400"/>
              <a:t>Please submit the presentations prior to the application deadline</a:t>
            </a:r>
            <a:r>
              <a:rPr i="1" lang="en-US" sz="1400">
                <a:latin typeface="Arial"/>
                <a:ea typeface="Arial"/>
                <a:cs typeface="Arial"/>
                <a:sym typeface="Arial"/>
              </a:rPr>
              <a:t>.</a:t>
            </a:r>
            <a:endParaRPr i="1"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i="1" lang="en-US" sz="1400"/>
              <a:t>Keep it simple and to the point for the reviewers to make judgement.</a:t>
            </a:r>
            <a:endParaRPr i="1" sz="14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</a:pPr>
            <a:r>
              <a:t/>
            </a:r>
            <a:endParaRPr i="1"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i="0"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i="0"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3e23138d502_0_1314"/>
          <p:cNvSpPr txBox="1"/>
          <p:nvPr>
            <p:ph type="ctrTitle"/>
          </p:nvPr>
        </p:nvSpPr>
        <p:spPr>
          <a:xfrm>
            <a:off x="504337" y="994526"/>
            <a:ext cx="64275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NVIDIA Sans"/>
              <a:buNone/>
            </a:pPr>
            <a:r>
              <a:rPr lang="en-US"/>
              <a:t>TEAM INTRODUCTION</a:t>
            </a:r>
            <a:endParaRPr/>
          </a:p>
        </p:txBody>
      </p:sp>
      <p:sp>
        <p:nvSpPr>
          <p:cNvPr id="498" name="Google Shape;498;g3e23138d502_0_1314"/>
          <p:cNvSpPr txBox="1"/>
          <p:nvPr>
            <p:ph idx="1" type="subTitle"/>
          </p:nvPr>
        </p:nvSpPr>
        <p:spPr>
          <a:xfrm>
            <a:off x="504333" y="2647242"/>
            <a:ext cx="8066400" cy="5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rmAutofit fontScale="77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solidFill>
                  <a:schemeClr val="dk1"/>
                </a:solidFill>
              </a:rPr>
              <a:t>SKILLSET / EXPERIENCE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499" name="Google Shape;499;g3e23138d502_0_13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9026" y="6105425"/>
            <a:ext cx="1980568" cy="56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5" name="Google Shape;505;g3e23138d502_0_12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9026" y="6105425"/>
            <a:ext cx="1980568" cy="567900"/>
          </a:xfrm>
          <a:prstGeom prst="rect">
            <a:avLst/>
          </a:prstGeom>
          <a:noFill/>
          <a:ln>
            <a:noFill/>
          </a:ln>
        </p:spPr>
      </p:pic>
      <p:sp>
        <p:nvSpPr>
          <p:cNvPr id="506" name="Google Shape;506;g3e23138d502_0_1272"/>
          <p:cNvSpPr txBox="1"/>
          <p:nvPr/>
        </p:nvSpPr>
        <p:spPr>
          <a:xfrm>
            <a:off x="1221698" y="2323475"/>
            <a:ext cx="976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g3e23138d502_0_1272"/>
          <p:cNvSpPr txBox="1"/>
          <p:nvPr/>
        </p:nvSpPr>
        <p:spPr>
          <a:xfrm>
            <a:off x="1006468" y="482849"/>
            <a:ext cx="7034400" cy="7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 sz="1600">
              <a:solidFill>
                <a:srgbClr val="000000"/>
              </a:solidFill>
            </a:endParaRPr>
          </a:p>
        </p:txBody>
      </p:sp>
      <p:sp>
        <p:nvSpPr>
          <p:cNvPr id="508" name="Google Shape;508;g3e23138d502_0_1272"/>
          <p:cNvSpPr txBox="1"/>
          <p:nvPr/>
        </p:nvSpPr>
        <p:spPr>
          <a:xfrm>
            <a:off x="1186650" y="1323325"/>
            <a:ext cx="98187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TextBox 508"/>
          <p:cNvSpPr txBox="1"/>
          <p:nvPr/>
        </p:nvSpPr>
        <p:spPr>
          <a:xfrm>
            <a:off x="502920" y="804672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0B3D91"/>
                </a:solidFill>
                <a:latin typeface="Calibri"/>
              </a:rPr>
              <a:t>Team Introduction — Midnight Ciphers</a:t>
            </a:r>
          </a:p>
        </p:txBody>
      </p:sp>
      <p:graphicFrame>
        <p:nvGraphicFramePr>
          <p:cNvPr id="510" name="Table 509"/>
          <p:cNvGraphicFramePr>
            <a:graphicFrameLocks noGrp="1"/>
          </p:cNvGraphicFramePr>
          <p:nvPr/>
        </p:nvGraphicFramePr>
        <p:xfrm>
          <a:off x="502920" y="1508760"/>
          <a:ext cx="1115568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3291840"/>
                <a:gridCol w="4663440"/>
              </a:tblGrid>
              <a:tr h="40233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Member</a:t>
                      </a:r>
                    </a:p>
                  </a:txBody>
                  <a:tcPr anchor="ctr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Focus area</a:t>
                      </a:r>
                    </a:p>
                  </a:txBody>
                  <a:tcPr anchor="ctr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Responsibility on FedNeMo</a:t>
                      </a:r>
                    </a:p>
                  </a:txBody>
                  <a:tcPr anchor="ctr">
                    <a:solidFill>
                      <a:srgbClr val="0B3D9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2E"/>
                          </a:solidFill>
                          <a:latin typeface="Calibri"/>
                        </a:rPr>
                        <a:t>Aayush Deshpande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2E"/>
                          </a:solidFill>
                          <a:latin typeface="Calibri"/>
                        </a:rPr>
                        <a:t>Federated systems / NVIDIA stack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2E"/>
                          </a:solidFill>
                          <a:latin typeface="Calibri"/>
                        </a:rPr>
                        <a:t>FLARE integration, NeMo LoRA pipeline, system architecture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2E"/>
                          </a:solidFill>
                          <a:latin typeface="Calibri"/>
                        </a:rPr>
                        <a:t>Laukik Rathod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2E"/>
                          </a:solidFill>
                          <a:latin typeface="Calibri"/>
                        </a:rPr>
                        <a:t>Privacy &amp; security ML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2E"/>
                          </a:solidFill>
                          <a:latin typeface="Calibri"/>
                        </a:rPr>
                        <a:t>FedRand filter, Laplacian DP mechanism, RDP accounting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2E"/>
                          </a:solidFill>
                          <a:latin typeface="Calibri"/>
                        </a:rPr>
                        <a:t>Harshal Yadav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2E"/>
                          </a:solidFill>
                          <a:latin typeface="Calibri"/>
                        </a:rPr>
                        <a:t>Data engineering / FL pipelines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2E"/>
                          </a:solidFill>
                          <a:latin typeface="Calibri"/>
                        </a:rPr>
                        <a:t>FedPS preprocessing, non-IID data partitioning, MTAE quality filter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2E"/>
                          </a:solidFill>
                          <a:latin typeface="Calibri"/>
                        </a:rPr>
                        <a:t>Yash Kalal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2E"/>
                          </a:solidFill>
                          <a:latin typeface="Calibri"/>
                        </a:rPr>
                        <a:t>Evaluation &amp; visualisation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2E"/>
                          </a:solidFill>
                          <a:latin typeface="Calibri"/>
                        </a:rPr>
                        <a:t>GIA/MIA evaluation protocol, Streamlit telemetry dashboard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511" name="TextBox 510"/>
          <p:cNvSpPr txBox="1"/>
          <p:nvPr/>
        </p:nvSpPr>
        <p:spPr>
          <a:xfrm>
            <a:off x="502920" y="3749039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A1A2E"/>
                </a:solidFill>
                <a:latin typeface="Calibri"/>
              </a:rPr>
              <a:t>•  </a:t>
            </a:r>
            <a:r>
              <a:rPr sz="1200" b="0">
                <a:solidFill>
                  <a:srgbClr val="1A1A2E"/>
                </a:solidFill>
                <a:latin typeface="Calibri"/>
              </a:rPr>
              <a:t>Domain focus: machine learning, federated learning, privacy-preserving systems, LLM fine-tuning.</a:t>
            </a:r>
          </a:p>
        </p:txBody>
      </p:sp>
      <p:sp>
        <p:nvSpPr>
          <p:cNvPr id="512" name="TextBox 511"/>
          <p:cNvSpPr txBox="1"/>
          <p:nvPr/>
        </p:nvSpPr>
        <p:spPr>
          <a:xfrm>
            <a:off x="502920" y="4334255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A1A2E"/>
                </a:solidFill>
                <a:latin typeface="Calibri"/>
              </a:rPr>
              <a:t>•  </a:t>
            </a:r>
            <a:r>
              <a:rPr sz="1200" b="0">
                <a:solidFill>
                  <a:srgbClr val="1A1A2E"/>
                </a:solidFill>
                <a:latin typeface="Calibri"/>
              </a:rPr>
              <a:t>Building on NVIDIA NeMo 2.0 (LoRA/PEFT), NVIDIA FLARE (federated orchestration / DXO filters), and Nemotron.</a:t>
            </a:r>
          </a:p>
        </p:txBody>
      </p:sp>
      <p:sp>
        <p:nvSpPr>
          <p:cNvPr id="513" name="TextBox 512"/>
          <p:cNvSpPr txBox="1"/>
          <p:nvPr/>
        </p:nvSpPr>
        <p:spPr>
          <a:xfrm>
            <a:off x="502920" y="4919471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A1A2E"/>
                </a:solidFill>
                <a:latin typeface="Calibri"/>
              </a:rPr>
              <a:t>•  </a:t>
            </a:r>
            <a:r>
              <a:rPr sz="1200" b="0">
                <a:solidFill>
                  <a:srgbClr val="1A1A2E"/>
                </a:solidFill>
                <a:latin typeface="Calibri"/>
              </a:rPr>
              <a:t>Motivated by the ABDM data-silo problem and the absence of a production-ready privacy layer for federated LLM fine-tuning.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3e23138d502_0_1321"/>
          <p:cNvSpPr txBox="1"/>
          <p:nvPr>
            <p:ph type="ctrTitle"/>
          </p:nvPr>
        </p:nvSpPr>
        <p:spPr>
          <a:xfrm>
            <a:off x="504337" y="994526"/>
            <a:ext cx="64275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NVIDIA Sans"/>
              <a:buNone/>
            </a:pPr>
            <a:r>
              <a:rPr lang="en-US"/>
              <a:t>AI Use Case</a:t>
            </a:r>
            <a:endParaRPr/>
          </a:p>
        </p:txBody>
      </p:sp>
      <p:sp>
        <p:nvSpPr>
          <p:cNvPr id="515" name="Google Shape;515;g3e23138d502_0_1321"/>
          <p:cNvSpPr txBox="1"/>
          <p:nvPr>
            <p:ph idx="1" type="subTitle"/>
          </p:nvPr>
        </p:nvSpPr>
        <p:spPr>
          <a:xfrm>
            <a:off x="504333" y="2647242"/>
            <a:ext cx="8066400" cy="5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Expand on your project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516" name="Google Shape;516;g3e23138d502_0_13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9026" y="6105425"/>
            <a:ext cx="1980568" cy="56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" name="Google Shape;522;g3e23138d502_0_12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9026" y="6105425"/>
            <a:ext cx="1980568" cy="567900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g3e23138d502_0_1283"/>
          <p:cNvSpPr txBox="1"/>
          <p:nvPr/>
        </p:nvSpPr>
        <p:spPr>
          <a:xfrm>
            <a:off x="1221698" y="2323475"/>
            <a:ext cx="976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g3e23138d502_0_1283"/>
          <p:cNvSpPr txBox="1"/>
          <p:nvPr/>
        </p:nvSpPr>
        <p:spPr>
          <a:xfrm>
            <a:off x="1006468" y="482849"/>
            <a:ext cx="7034400" cy="7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 sz="1600">
              <a:solidFill>
                <a:srgbClr val="000000"/>
              </a:solidFill>
            </a:endParaRPr>
          </a:p>
        </p:txBody>
      </p:sp>
      <p:sp>
        <p:nvSpPr>
          <p:cNvPr id="525" name="Google Shape;525;g3e23138d502_0_1283"/>
          <p:cNvSpPr txBox="1"/>
          <p:nvPr/>
        </p:nvSpPr>
        <p:spPr>
          <a:xfrm>
            <a:off x="1186650" y="1323325"/>
            <a:ext cx="9818700" cy="31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TextBox 525"/>
          <p:cNvSpPr txBox="1"/>
          <p:nvPr/>
        </p:nvSpPr>
        <p:spPr>
          <a:xfrm>
            <a:off x="502920" y="804672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0B3D91"/>
                </a:solidFill>
                <a:latin typeface="Calibri"/>
              </a:rPr>
              <a:t>AI Use Case — The Problem FedNeMo Solves</a:t>
            </a:r>
          </a:p>
        </p:txBody>
      </p:sp>
      <p:sp>
        <p:nvSpPr>
          <p:cNvPr id="527" name="TextBox 526"/>
          <p:cNvSpPr txBox="1"/>
          <p:nvPr/>
        </p:nvSpPr>
        <p:spPr>
          <a:xfrm>
            <a:off x="502920" y="1508760"/>
            <a:ext cx="68580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B3D91"/>
                </a:solidFill>
                <a:latin typeface="Calibri"/>
              </a:rPr>
              <a:t>→  </a:t>
            </a:r>
            <a:r>
              <a:rPr sz="1200" b="1">
                <a:solidFill>
                  <a:srgbClr val="1A1A2E"/>
                </a:solidFill>
                <a:latin typeface="Calibri"/>
              </a:rPr>
              <a:t>Project title: FedNeMo — Communication-Efficient, Privacy-Preserving Federated Fine-Tuning of Nemotron LLMs.</a:t>
            </a:r>
          </a:p>
        </p:txBody>
      </p:sp>
      <p:sp>
        <p:nvSpPr>
          <p:cNvPr id="528" name="TextBox 527"/>
          <p:cNvSpPr txBox="1"/>
          <p:nvPr/>
        </p:nvSpPr>
        <p:spPr>
          <a:xfrm>
            <a:off x="502920" y="2203704"/>
            <a:ext cx="68580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A1A2E"/>
                </a:solidFill>
                <a:latin typeface="Calibri"/>
              </a:rPr>
              <a:t>•  </a:t>
            </a:r>
            <a:r>
              <a:rPr sz="1200" b="0">
                <a:solidFill>
                  <a:srgbClr val="1A1A2E"/>
                </a:solidFill>
                <a:latin typeface="Calibri"/>
              </a:rPr>
              <a:t>India's ABDM has created 900 million health accounts and linked over 1 billion records. The data is digitised but siloed across hundreds of hospitals that cannot legally share it.</a:t>
            </a:r>
          </a:p>
        </p:txBody>
      </p:sp>
      <p:sp>
        <p:nvSpPr>
          <p:cNvPr id="529" name="TextBox 528"/>
          <p:cNvSpPr txBox="1"/>
          <p:nvPr/>
        </p:nvSpPr>
        <p:spPr>
          <a:xfrm>
            <a:off x="502920" y="2898648"/>
            <a:ext cx="68580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A1A2E"/>
                </a:solidFill>
                <a:latin typeface="Calibri"/>
              </a:rPr>
              <a:t>•  </a:t>
            </a:r>
            <a:r>
              <a:rPr sz="1200" b="0">
                <a:solidFill>
                  <a:srgbClr val="1A1A2E"/>
                </a:solidFill>
                <a:latin typeface="Calibri"/>
              </a:rPr>
              <a:t>DPDP Act 2023 designates hospitals as Data Fiduciaries; centralising patient data carries penalties up to ₹250 crore.</a:t>
            </a:r>
          </a:p>
        </p:txBody>
      </p:sp>
      <p:sp>
        <p:nvSpPr>
          <p:cNvPr id="530" name="TextBox 529"/>
          <p:cNvSpPr txBox="1"/>
          <p:nvPr/>
        </p:nvSpPr>
        <p:spPr>
          <a:xfrm>
            <a:off x="502920" y="3593591"/>
            <a:ext cx="68580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A1A2E"/>
                </a:solidFill>
                <a:latin typeface="Calibri"/>
              </a:rPr>
              <a:t>•  </a:t>
            </a:r>
            <a:r>
              <a:rPr sz="1200" b="0">
                <a:solidFill>
                  <a:srgbClr val="1A1A2E"/>
                </a:solidFill>
                <a:latin typeface="Calibri"/>
              </a:rPr>
              <a:t>Standard federated learning transmits LoRA weight updates — these can be inverted by a malicious server to reconstruct private patient records (Guo et al., Gradient Inversion Attacks).</a:t>
            </a:r>
          </a:p>
        </p:txBody>
      </p:sp>
      <p:sp>
        <p:nvSpPr>
          <p:cNvPr id="531" name="TextBox 530"/>
          <p:cNvSpPr txBox="1"/>
          <p:nvPr/>
        </p:nvSpPr>
        <p:spPr>
          <a:xfrm>
            <a:off x="502920" y="4544568"/>
            <a:ext cx="68580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A1A2E"/>
                </a:solidFill>
                <a:latin typeface="Calibri"/>
              </a:rPr>
              <a:t>•  </a:t>
            </a:r>
            <a:r>
              <a:rPr sz="1200" b="0">
                <a:solidFill>
                  <a:srgbClr val="1A1A2E"/>
                </a:solidFill>
                <a:latin typeface="Calibri"/>
              </a:rPr>
              <a:t>Adding noise destroys model quality. Cutting bandwidth hurts accuracy. No published system solves all three simultaneously for LLM fine-tuning.</a:t>
            </a:r>
          </a:p>
        </p:txBody>
      </p:sp>
      <p:sp>
        <p:nvSpPr>
          <p:cNvPr id="532" name="TextBox 531"/>
          <p:cNvSpPr txBox="1"/>
          <p:nvPr/>
        </p:nvSpPr>
        <p:spPr>
          <a:xfrm>
            <a:off x="502920" y="5239512"/>
            <a:ext cx="68580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A1A2E"/>
                </a:solidFill>
                <a:latin typeface="Calibri"/>
              </a:rPr>
              <a:t>•  </a:t>
            </a:r>
            <a:r>
              <a:rPr sz="1200" b="0">
                <a:solidFill>
                  <a:srgbClr val="1A1A2E"/>
                </a:solidFill>
                <a:latin typeface="Calibri"/>
              </a:rPr>
              <a:t>Motivation: we are actively building FedNeMo to fill this gap — a privacy-hardening layer that sits between FLARE and NeMo and makes federated Nemotron fine-tuning safe for regulated healthcare.</a:t>
            </a:r>
          </a:p>
        </p:txBody>
      </p:sp>
      <p:sp>
        <p:nvSpPr>
          <p:cNvPr id="533" name="Rounded Rectangle 532"/>
          <p:cNvSpPr/>
          <p:nvPr/>
        </p:nvSpPr>
        <p:spPr>
          <a:xfrm>
            <a:off x="8595360" y="1737360"/>
            <a:ext cx="1737360" cy="594360"/>
          </a:xfrm>
          <a:prstGeom prst="roundRect">
            <a:avLst/>
          </a:prstGeom>
          <a:solidFill>
            <a:srgbClr val="F0F4FF"/>
          </a:solidFill>
          <a:ln w="19050">
            <a:solidFill>
              <a:srgbClr val="0B3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00" b="1">
                <a:solidFill>
                  <a:srgbClr val="1A1A2E"/>
                </a:solidFill>
                <a:latin typeface="Calibri"/>
              </a:rPr>
              <a:t>Model quality</a:t>
            </a:r>
          </a:p>
          <a:p>
            <a:pPr algn="ctr"/>
            <a:r>
              <a:rPr sz="900" b="0">
                <a:solidFill>
                  <a:srgbClr val="1A1A2E"/>
                </a:solidFill>
                <a:latin typeface="Calibri"/>
              </a:rPr>
              <a:t>(needs all data)</a:t>
            </a:r>
          </a:p>
        </p:txBody>
      </p:sp>
      <p:sp>
        <p:nvSpPr>
          <p:cNvPr id="534" name="Rounded Rectangle 533"/>
          <p:cNvSpPr/>
          <p:nvPr/>
        </p:nvSpPr>
        <p:spPr>
          <a:xfrm>
            <a:off x="7635240" y="3291840"/>
            <a:ext cx="1737360" cy="594360"/>
          </a:xfrm>
          <a:prstGeom prst="roundRect">
            <a:avLst/>
          </a:prstGeom>
          <a:solidFill>
            <a:srgbClr val="F0F4FF"/>
          </a:solidFill>
          <a:ln w="19050">
            <a:solidFill>
              <a:srgbClr val="0B3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00" b="1">
                <a:solidFill>
                  <a:srgbClr val="1A1A2E"/>
                </a:solidFill>
                <a:latin typeface="Calibri"/>
              </a:rPr>
              <a:t>Data privacy</a:t>
            </a:r>
          </a:p>
          <a:p>
            <a:pPr algn="ctr"/>
            <a:r>
              <a:rPr sz="900" b="0">
                <a:solidFill>
                  <a:srgbClr val="1A1A2E"/>
                </a:solidFill>
                <a:latin typeface="Calibri"/>
              </a:rPr>
              <a:t>(can't centralise)</a:t>
            </a:r>
          </a:p>
        </p:txBody>
      </p:sp>
      <p:sp>
        <p:nvSpPr>
          <p:cNvPr id="535" name="Rounded Rectangle 534"/>
          <p:cNvSpPr/>
          <p:nvPr/>
        </p:nvSpPr>
        <p:spPr>
          <a:xfrm>
            <a:off x="9692640" y="3291840"/>
            <a:ext cx="1737360" cy="594360"/>
          </a:xfrm>
          <a:prstGeom prst="roundRect">
            <a:avLst/>
          </a:prstGeom>
          <a:solidFill>
            <a:srgbClr val="F0F4FF"/>
          </a:solidFill>
          <a:ln w="19050">
            <a:solidFill>
              <a:srgbClr val="0B3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00" b="1">
                <a:solidFill>
                  <a:srgbClr val="1A1A2E"/>
                </a:solidFill>
                <a:latin typeface="Calibri"/>
              </a:rPr>
              <a:t>Communication</a:t>
            </a:r>
          </a:p>
          <a:p>
            <a:pPr algn="ctr"/>
            <a:r>
              <a:rPr sz="900" b="0">
                <a:solidFill>
                  <a:srgbClr val="1A1A2E"/>
                </a:solidFill>
                <a:latin typeface="Calibri"/>
              </a:rPr>
              <a:t>efficiency</a:t>
            </a:r>
          </a:p>
        </p:txBody>
      </p:sp>
      <p:cxnSp>
        <p:nvCxnSpPr>
          <p:cNvPr id="536" name="Connector 535"/>
          <p:cNvCxnSpPr/>
          <p:nvPr/>
        </p:nvCxnSpPr>
        <p:spPr>
          <a:xfrm flipH="1">
            <a:off x="8595360" y="2331720"/>
            <a:ext cx="365760" cy="960120"/>
          </a:xfrm>
          <a:prstGeom prst="line">
            <a:avLst/>
          </a:prstGeom>
          <a:ln w="15240">
            <a:solidFill>
              <a:srgbClr val="555F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7" name="Connector 536"/>
          <p:cNvCxnSpPr/>
          <p:nvPr/>
        </p:nvCxnSpPr>
        <p:spPr>
          <a:xfrm>
            <a:off x="9921240" y="2331720"/>
            <a:ext cx="411480" cy="960120"/>
          </a:xfrm>
          <a:prstGeom prst="line">
            <a:avLst/>
          </a:prstGeom>
          <a:ln w="15240">
            <a:solidFill>
              <a:srgbClr val="555F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8" name="Connector 537"/>
          <p:cNvCxnSpPr/>
          <p:nvPr/>
        </p:nvCxnSpPr>
        <p:spPr>
          <a:xfrm>
            <a:off x="9372600" y="3886200"/>
            <a:ext cx="502920" cy="0"/>
          </a:xfrm>
          <a:prstGeom prst="line">
            <a:avLst/>
          </a:prstGeom>
          <a:ln w="15240">
            <a:solidFill>
              <a:srgbClr val="555F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9" name="TextBox 538"/>
          <p:cNvSpPr txBox="1"/>
          <p:nvPr/>
        </p:nvSpPr>
        <p:spPr>
          <a:xfrm>
            <a:off x="7635240" y="41148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B3D91"/>
                </a:solidFill>
                <a:latin typeface="Calibri"/>
              </a:rPr>
              <a:t>FedNeMo resolves all three.</a:t>
            </a:r>
          </a:p>
        </p:txBody>
      </p:sp>
      <p:sp>
        <p:nvSpPr>
          <p:cNvPr id="540" name="Rounded Rectangle 539"/>
          <p:cNvSpPr/>
          <p:nvPr/>
        </p:nvSpPr>
        <p:spPr>
          <a:xfrm>
            <a:off x="10012680" y="5897880"/>
            <a:ext cx="1828800" cy="502920"/>
          </a:xfrm>
          <a:prstGeom prst="roundRect">
            <a:avLst/>
          </a:prstGeom>
          <a:solidFill>
            <a:srgbClr val="0B3D91"/>
          </a:solidFill>
          <a:ln w="19050">
            <a:solidFill>
              <a:srgbClr val="0B3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TRACK: 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e23138d502_0_1328"/>
          <p:cNvSpPr txBox="1"/>
          <p:nvPr>
            <p:ph type="ctrTitle"/>
          </p:nvPr>
        </p:nvSpPr>
        <p:spPr>
          <a:xfrm>
            <a:off x="504337" y="994526"/>
            <a:ext cx="64275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NVIDIA Sans"/>
              <a:buNone/>
            </a:pPr>
            <a:r>
              <a:rPr lang="en-US"/>
              <a:t>Tech Stack</a:t>
            </a:r>
            <a:endParaRPr/>
          </a:p>
        </p:txBody>
      </p:sp>
      <p:sp>
        <p:nvSpPr>
          <p:cNvPr id="533" name="Google Shape;533;g3e23138d502_0_1328"/>
          <p:cNvSpPr txBox="1"/>
          <p:nvPr>
            <p:ph idx="1" type="subTitle"/>
          </p:nvPr>
        </p:nvSpPr>
        <p:spPr>
          <a:xfrm>
            <a:off x="504333" y="2647242"/>
            <a:ext cx="8066400" cy="5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</a:pPr>
            <a:r>
              <a:rPr lang="en-US">
                <a:solidFill>
                  <a:schemeClr val="dk1"/>
                </a:solidFill>
              </a:rPr>
              <a:t>Strategy for building/improving your project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534" name="Google Shape;534;g3e23138d502_0_13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9026" y="6105425"/>
            <a:ext cx="1980568" cy="56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0" name="Google Shape;540;g3e23138d502_0_12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9026" y="6105425"/>
            <a:ext cx="1980568" cy="567900"/>
          </a:xfrm>
          <a:prstGeom prst="rect">
            <a:avLst/>
          </a:prstGeom>
          <a:noFill/>
          <a:ln>
            <a:noFill/>
          </a:ln>
        </p:spPr>
      </p:pic>
      <p:sp>
        <p:nvSpPr>
          <p:cNvPr id="541" name="Google Shape;541;g3e23138d502_0_1296"/>
          <p:cNvSpPr txBox="1"/>
          <p:nvPr/>
        </p:nvSpPr>
        <p:spPr>
          <a:xfrm>
            <a:off x="1221698" y="2323475"/>
            <a:ext cx="976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rbel"/>
              <a:buNone/>
            </a:pP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g3e23138d502_0_1296"/>
          <p:cNvSpPr txBox="1"/>
          <p:nvPr/>
        </p:nvSpPr>
        <p:spPr>
          <a:xfrm>
            <a:off x="1221698" y="1431561"/>
            <a:ext cx="9818700" cy="31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rbel"/>
              <a:buNone/>
            </a:pP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TextBox 542"/>
          <p:cNvSpPr txBox="1"/>
          <p:nvPr/>
        </p:nvSpPr>
        <p:spPr>
          <a:xfrm>
            <a:off x="502920" y="804672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0B3D91"/>
                </a:solidFill>
                <a:latin typeface="Calibri"/>
              </a:rPr>
              <a:t>Tech Stack — NVIDIA Integration</a:t>
            </a:r>
          </a:p>
        </p:txBody>
      </p:sp>
      <p:sp>
        <p:nvSpPr>
          <p:cNvPr id="544" name="TextBox 543"/>
          <p:cNvSpPr txBox="1"/>
          <p:nvPr/>
        </p:nvSpPr>
        <p:spPr>
          <a:xfrm>
            <a:off x="502920" y="1481328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A1A2E"/>
                </a:solidFill>
                <a:latin typeface="Calibri"/>
              </a:rPr>
              <a:t>Fine-tuning (PEFT)? Yes — LoRA on Nemotron via NVIDIA NeMo 2.0.</a:t>
            </a:r>
          </a:p>
        </p:txBody>
      </p:sp>
      <p:graphicFrame>
        <p:nvGraphicFramePr>
          <p:cNvPr id="545" name="Table 544"/>
          <p:cNvGraphicFramePr>
            <a:graphicFrameLocks noGrp="1"/>
          </p:cNvGraphicFramePr>
          <p:nvPr/>
        </p:nvGraphicFramePr>
        <p:xfrm>
          <a:off x="502920" y="1874519"/>
          <a:ext cx="11155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3931920"/>
                <a:gridCol w="4663440"/>
              </a:tblGrid>
              <a:tr h="47548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NVIDIA Technology</a:t>
                      </a:r>
                    </a:p>
                  </a:txBody>
                  <a:tcPr anchor="ctr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Why we need it</a:t>
                      </a:r>
                    </a:p>
                  </a:txBody>
                  <a:tcPr anchor="ctr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How FedNeMo uses it</a:t>
                      </a:r>
                    </a:p>
                  </a:txBody>
                  <a:tcPr anchor="ctr">
                    <a:solidFill>
                      <a:srgbClr val="0B3D9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1A2E"/>
                          </a:solidFill>
                          <a:latin typeface="Calibri"/>
                        </a:rPr>
                        <a:t>NVIDIA FLARE 2.5+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1A2E"/>
                          </a:solidFill>
                          <a:latin typeface="Calibri"/>
                        </a:rPr>
                        <a:t>Purpose-built federated orchestration; DXO filter pipeline is the exact</a:t>
                      </a:r>
                    </a:p>
                    <a:p>
                      <a:r>
                        <a:rPr sz="950" b="0">
                          <a:solidFill>
                            <a:srgbClr val="1A1A2E"/>
                          </a:solidFill>
                          <a:latin typeface="Calibri"/>
                        </a:rPr>
                        <a:t>extension point for client-side privacy filters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1A2E"/>
                          </a:solidFill>
                          <a:latin typeface="Calibri"/>
                        </a:rPr>
                        <a:t>FedRandFilter, LaplacianDPFilter, AdaptiveQuantFilter as</a:t>
                      </a:r>
                    </a:p>
                    <a:p>
                      <a:r>
                        <a:rPr sz="950" b="0">
                          <a:solidFill>
                            <a:srgbClr val="1A1A2E"/>
                          </a:solidFill>
                          <a:latin typeface="Calibri"/>
                        </a:rPr>
                        <a:t>custom DXO Filter subclasses — no transport rewrite needed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1A2E"/>
                          </a:solidFill>
                          <a:latin typeface="Calibri"/>
                        </a:rPr>
                        <a:t>NVIDIA NeMo 2.0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1A2E"/>
                          </a:solidFill>
                          <a:latin typeface="Calibri"/>
                        </a:rPr>
                        <a:t>ModelTransform injects LoRA at Megatron-Core level, reaching</a:t>
                      </a:r>
                    </a:p>
                    <a:p>
                      <a:r>
                        <a:rPr sz="950" b="0">
                          <a:solidFill>
                            <a:srgbClr val="1A1A2E"/>
                          </a:solidFill>
                          <a:latin typeface="Calibri"/>
                        </a:rPr>
                        <a:t>Nemotron’s hybrid Mamba-2 + Transformer layers with mixed precision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1A2E"/>
                          </a:solidFill>
                          <a:latin typeface="Calibri"/>
                        </a:rPr>
                        <a:t>llm.peft.LoRA targeting both attention and SSM projections;</a:t>
                      </a:r>
                    </a:p>
                    <a:p>
                      <a:r>
                        <a:rPr sz="950" b="0">
                          <a:solidFill>
                            <a:srgbClr val="1A1A2E"/>
                          </a:solidFill>
                          <a:latin typeface="Calibri"/>
                        </a:rPr>
                        <a:t>flare.patch(trainer) converts local trainer to federated client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1A2E"/>
                          </a:solidFill>
                          <a:latin typeface="Calibri"/>
                        </a:rPr>
                        <a:t>Nemotron-Mini-4B</a:t>
                      </a:r>
                    </a:p>
                    <a:p>
                      <a:r>
                        <a:rPr sz="950" b="0">
                          <a:solidFill>
                            <a:srgbClr val="1A1A2E"/>
                          </a:solidFill>
                          <a:latin typeface="Calibri"/>
                        </a:rPr>
                        <a:t>(demo) / Nemotron-3 (prod)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1A2E"/>
                          </a:solidFill>
                          <a:latin typeface="Calibri"/>
                        </a:rPr>
                        <a:t>Track-B required model; hybrid Mamba-Transformer handles 256K</a:t>
                      </a:r>
                    </a:p>
                    <a:p>
                      <a:r>
                        <a:rPr sz="950" b="0">
                          <a:solidFill>
                            <a:srgbClr val="1A1A2E"/>
                          </a:solidFill>
                          <a:latin typeface="Calibri"/>
                        </a:rPr>
                        <a:t>context — critical for longitudinal patient histories; multilingual</a:t>
                      </a:r>
                    </a:p>
                    <a:p>
                      <a:r>
                        <a:rPr sz="950" b="0">
                          <a:solidFill>
                            <a:srgbClr val="1A1A2E"/>
                          </a:solidFill>
                          <a:latin typeface="Calibri"/>
                        </a:rPr>
                        <a:t>(incl. Hindi) matches ABDM’s heterogeneous data; MoE routes specialties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1A2E"/>
                          </a:solidFill>
                          <a:latin typeface="Calibri"/>
                        </a:rPr>
                        <a:t>Base model fine-tuned across 5 hospital clients;</a:t>
                      </a:r>
                    </a:p>
                    <a:p>
                      <a:r>
                        <a:rPr sz="950" b="0">
                          <a:solidFill>
                            <a:srgbClr val="1A1A2E"/>
                          </a:solidFill>
                          <a:latin typeface="Calibri"/>
                        </a:rPr>
                        <a:t>Adapter targets: linear_qkv, in_proj, out_proj, dt_proj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1A2E"/>
                          </a:solidFill>
                          <a:latin typeface="Calibri"/>
                        </a:rPr>
                        <a:t>TensorRT-LLM / NIM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1A2E"/>
                          </a:solidFill>
                          <a:latin typeface="Calibri"/>
                        </a:rPr>
                        <a:t>Post-training deployment of the federated model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1A2E"/>
                          </a:solidFill>
                          <a:latin typeface="Calibri"/>
                        </a:rPr>
                        <a:t>Inference optimisation after training converges (planned)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546" name="TextBox 545"/>
          <p:cNvSpPr txBox="1"/>
          <p:nvPr/>
        </p:nvSpPr>
        <p:spPr>
          <a:xfrm>
            <a:off x="502920" y="4407408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F6B"/>
                </a:solidFill>
                <a:latin typeface="Calibri"/>
              </a:rPr>
              <a:t>Prior experience &amp; tools: team working with NeMo framework documentation, FLARE Client API, HuggingFace transformers / PEFT. No prior production NVIDIA deployments — building toward that here.</a:t>
            </a:r>
          </a:p>
        </p:txBody>
      </p:sp>
      <p:sp>
        <p:nvSpPr>
          <p:cNvPr id="547" name="TextBox 546"/>
          <p:cNvSpPr txBox="1"/>
          <p:nvPr/>
        </p:nvSpPr>
        <p:spPr>
          <a:xfrm>
            <a:off x="502920" y="4773168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F6B"/>
                </a:solidFill>
                <a:latin typeface="Calibri"/>
              </a:rPr>
              <a:t>Literature motivating approach: FedRand (Park et al.), Adaptive Quantization+DP (Ardıç &amp; Genç), FedPS (Xu &amp; Cormode), MTAE (Ardıç &amp; Genç), GIA taxonomy (Guo et al.).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3e23138d502_0_1337"/>
          <p:cNvSpPr txBox="1"/>
          <p:nvPr>
            <p:ph type="ctrTitle"/>
          </p:nvPr>
        </p:nvSpPr>
        <p:spPr>
          <a:xfrm>
            <a:off x="504337" y="994526"/>
            <a:ext cx="64275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NVIDIA Sans"/>
              <a:buNone/>
            </a:pPr>
            <a:r>
              <a:rPr lang="en-US"/>
              <a:t>Road Map</a:t>
            </a:r>
            <a:endParaRPr/>
          </a:p>
        </p:txBody>
      </p:sp>
      <p:sp>
        <p:nvSpPr>
          <p:cNvPr id="549" name="Google Shape;549;g3e23138d502_0_1337"/>
          <p:cNvSpPr txBox="1"/>
          <p:nvPr>
            <p:ph idx="1" type="subTitle"/>
          </p:nvPr>
        </p:nvSpPr>
        <p:spPr>
          <a:xfrm>
            <a:off x="504333" y="2647242"/>
            <a:ext cx="8066400" cy="5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Ideas for further improvement of the solution.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550" name="Google Shape;550;g3e23138d502_0_13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9026" y="6105425"/>
            <a:ext cx="1980568" cy="56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6" name="Google Shape;556;g3e23138d502_0_130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9026" y="6105425"/>
            <a:ext cx="1980568" cy="567900"/>
          </a:xfrm>
          <a:prstGeom prst="rect">
            <a:avLst/>
          </a:prstGeom>
          <a:noFill/>
          <a:ln>
            <a:noFill/>
          </a:ln>
        </p:spPr>
      </p:pic>
      <p:sp>
        <p:nvSpPr>
          <p:cNvPr id="557" name="Google Shape;557;g3e23138d502_0_1305"/>
          <p:cNvSpPr txBox="1"/>
          <p:nvPr/>
        </p:nvSpPr>
        <p:spPr>
          <a:xfrm>
            <a:off x="1221698" y="2323475"/>
            <a:ext cx="976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rbel"/>
              <a:buNone/>
            </a:pP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g3e23138d502_0_1305"/>
          <p:cNvSpPr txBox="1"/>
          <p:nvPr/>
        </p:nvSpPr>
        <p:spPr>
          <a:xfrm>
            <a:off x="1221698" y="1431561"/>
            <a:ext cx="9818700" cy="16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TextBox 558"/>
          <p:cNvSpPr txBox="1"/>
          <p:nvPr/>
        </p:nvSpPr>
        <p:spPr>
          <a:xfrm>
            <a:off x="502920" y="804672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0B3D91"/>
                </a:solidFill>
                <a:latin typeface="Calibri"/>
              </a:rPr>
              <a:t>Roadmap — Build Plan &amp; Mentor Support</a:t>
            </a:r>
          </a:p>
        </p:txBody>
      </p:sp>
      <p:graphicFrame>
        <p:nvGraphicFramePr>
          <p:cNvPr id="560" name="Table 559"/>
          <p:cNvGraphicFramePr>
            <a:graphicFrameLocks noGrp="1"/>
          </p:cNvGraphicFramePr>
          <p:nvPr/>
        </p:nvGraphicFramePr>
        <p:xfrm>
          <a:off x="502920" y="1481328"/>
          <a:ext cx="1115568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4206240"/>
                <a:gridCol w="5212080"/>
              </a:tblGrid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Phase</a:t>
                      </a:r>
                    </a:p>
                  </a:txBody>
                  <a:tcPr anchor="ctr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Goal</a:t>
                      </a:r>
                    </a:p>
                  </a:txBody>
                  <a:tcPr anchor="ctr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Key deliverable</a:t>
                      </a:r>
                    </a:p>
                  </a:txBody>
                  <a:tcPr anchor="ctr">
                    <a:solidFill>
                      <a:srgbClr val="0B3D9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2E"/>
                          </a:solidFill>
                          <a:latin typeface="Calibri"/>
                        </a:rPr>
                        <a:t>Phase 1</a:t>
                      </a:r>
                    </a:p>
                    <a:p>
                      <a:r>
                        <a:rPr sz="1000" b="0">
                          <a:solidFill>
                            <a:srgbClr val="1A1A2E"/>
                          </a:solidFill>
                          <a:latin typeface="Calibri"/>
                        </a:rPr>
                        <a:t>(Weeks 1–2)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2E"/>
                          </a:solidFill>
                          <a:latin typeface="Calibri"/>
                        </a:rPr>
                        <a:t>End-to-end federated LoRA on Nemotron-Mini-4B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2E"/>
                          </a:solidFill>
                          <a:latin typeface="Calibri"/>
                        </a:rPr>
                        <a:t>FLARE multi-site simulation running; NeMo LoRA fine-tuning on MedQA;</a:t>
                      </a:r>
                    </a:p>
                    <a:p>
                      <a:r>
                        <a:rPr sz="1000" b="0">
                          <a:solidFill>
                            <a:srgbClr val="1A1A2E"/>
                          </a:solidFill>
                          <a:latin typeface="Calibri"/>
                        </a:rPr>
                        <a:t>baseline FedAvg accuracy established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2E"/>
                          </a:solidFill>
                          <a:latin typeface="Calibri"/>
                        </a:rPr>
                        <a:t>Phase 2</a:t>
                      </a:r>
                    </a:p>
                    <a:p>
                      <a:r>
                        <a:rPr sz="1000" b="0">
                          <a:solidFill>
                            <a:srgbClr val="1A1A2E"/>
                          </a:solidFill>
                          <a:latin typeface="Calibri"/>
                        </a:rPr>
                        <a:t>(Weeks 3–4)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2E"/>
                          </a:solidFill>
                          <a:latin typeface="Calibri"/>
                        </a:rPr>
                        <a:t>Privacy hardening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2E"/>
                          </a:solidFill>
                          <a:latin typeface="Calibri"/>
                        </a:rPr>
                        <a:t>FedRand + Laplacian DP + RDP accounting implemented as FLARE DXO filters;</a:t>
                      </a:r>
                    </a:p>
                    <a:p>
                      <a:r>
                        <a:rPr sz="1000" b="0">
                          <a:solidFill>
                            <a:srgbClr val="1A1A2E"/>
                          </a:solidFill>
                          <a:latin typeface="Calibri"/>
                        </a:rPr>
                        <a:t>live ε_total dashboard; GIA attack demonstration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2E"/>
                          </a:solidFill>
                          <a:latin typeface="Calibri"/>
                        </a:rPr>
                        <a:t>Phase 3</a:t>
                      </a:r>
                    </a:p>
                    <a:p>
                      <a:r>
                        <a:rPr sz="1000" b="0">
                          <a:solidFill>
                            <a:srgbClr val="1A1A2E"/>
                          </a:solidFill>
                          <a:latin typeface="Calibri"/>
                        </a:rPr>
                        <a:t>(Weeks 5–6)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2E"/>
                          </a:solidFill>
                          <a:latin typeface="Calibri"/>
                        </a:rPr>
                        <a:t>Communication efficiency + data quality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2E"/>
                          </a:solidFill>
                          <a:latin typeface="Calibri"/>
                        </a:rPr>
                        <a:t>Adaptive quantisation scheduler; FedPS preprocessing;</a:t>
                      </a:r>
                    </a:p>
                    <a:p>
                      <a:r>
                        <a:rPr sz="1000" b="0">
                          <a:solidFill>
                            <a:srgbClr val="1A1A2E"/>
                          </a:solidFill>
                          <a:latin typeface="Calibri"/>
                        </a:rPr>
                        <a:t>MTAE+OCSVM outlier filtering; non-IID partition evaluation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2E"/>
                          </a:solidFill>
                          <a:latin typeface="Calibri"/>
                        </a:rPr>
                        <a:t>Phase 4</a:t>
                      </a:r>
                    </a:p>
                    <a:p>
                      <a:r>
                        <a:rPr sz="1000" b="0">
                          <a:solidFill>
                            <a:srgbClr val="1A1A2E"/>
                          </a:solidFill>
                          <a:latin typeface="Calibri"/>
                        </a:rPr>
                        <a:t>(Week 7)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2E"/>
                          </a:solidFill>
                          <a:latin typeface="Calibri"/>
                        </a:rPr>
                        <a:t>Evaluation + submission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2E"/>
                          </a:solidFill>
                          <a:latin typeface="Calibri"/>
                        </a:rPr>
                        <a:t>Privacy-utility curve; MIA study; convergence vs centralised baseline;</a:t>
                      </a:r>
                    </a:p>
                    <a:p>
                      <a:r>
                        <a:rPr sz="1000" b="0">
                          <a:solidFill>
                            <a:srgbClr val="1A1A2E"/>
                          </a:solidFill>
                          <a:latin typeface="Calibri"/>
                        </a:rPr>
                        <a:t>Streamlit demo dashboard; final presentation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561" name="TextBox 560"/>
          <p:cNvSpPr txBox="1"/>
          <p:nvPr/>
        </p:nvSpPr>
        <p:spPr>
          <a:xfrm>
            <a:off x="502920" y="3547872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B3D91"/>
                </a:solidFill>
                <a:latin typeface="Calibri"/>
              </a:rPr>
              <a:t>Limitations we are aware of:</a:t>
            </a:r>
          </a:p>
        </p:txBody>
      </p:sp>
      <p:sp>
        <p:nvSpPr>
          <p:cNvPr id="562" name="TextBox 561"/>
          <p:cNvSpPr txBox="1"/>
          <p:nvPr/>
        </p:nvSpPr>
        <p:spPr>
          <a:xfrm>
            <a:off x="502920" y="3858768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A1A2E"/>
                </a:solidFill>
                <a:latin typeface="Calibri"/>
              </a:rPr>
              <a:t>•  </a:t>
            </a:r>
            <a:r>
              <a:rPr sz="1150" b="0">
                <a:solidFill>
                  <a:srgbClr val="1A1A2E"/>
                </a:solidFill>
                <a:latin typeface="Calibri"/>
              </a:rPr>
              <a:t>FedRand MIA numbers from Park et al. are on vision-language models — we will measure text-specific MIA on Nemotron.</a:t>
            </a:r>
          </a:p>
        </p:txBody>
      </p:sp>
      <p:sp>
        <p:nvSpPr>
          <p:cNvPr id="563" name="TextBox 562"/>
          <p:cNvSpPr txBox="1"/>
          <p:nvPr/>
        </p:nvSpPr>
        <p:spPr>
          <a:xfrm>
            <a:off x="502920" y="4297679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A1A2E"/>
                </a:solidFill>
                <a:latin typeface="Calibri"/>
              </a:rPr>
              <a:t>•  </a:t>
            </a:r>
            <a:r>
              <a:rPr sz="1150" b="0">
                <a:solidFill>
                  <a:srgbClr val="1A1A2E"/>
                </a:solidFill>
                <a:latin typeface="Calibri"/>
              </a:rPr>
              <a:t>MTAE accuracy gains (7%) are from CIFAR-10 image classification — we will validate on clinical text.</a:t>
            </a:r>
          </a:p>
        </p:txBody>
      </p:sp>
      <p:sp>
        <p:nvSpPr>
          <p:cNvPr id="564" name="TextBox 563"/>
          <p:cNvSpPr txBox="1"/>
          <p:nvPr/>
        </p:nvSpPr>
        <p:spPr>
          <a:xfrm>
            <a:off x="502920" y="4736592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A1A2E"/>
                </a:solidFill>
                <a:latin typeface="Calibri"/>
              </a:rPr>
              <a:t>•  </a:t>
            </a:r>
            <a:r>
              <a:rPr sz="1150" b="0">
                <a:solidFill>
                  <a:srgbClr val="1A1A2E"/>
                </a:solidFill>
                <a:latin typeface="Calibri"/>
              </a:rPr>
              <a:t>Nemotron-3 Nano (30B) is the production target; demo uses Mini-4B for hardware feasibility.</a:t>
            </a:r>
          </a:p>
        </p:txBody>
      </p:sp>
      <p:sp>
        <p:nvSpPr>
          <p:cNvPr id="565" name="TextBox 564"/>
          <p:cNvSpPr txBox="1"/>
          <p:nvPr/>
        </p:nvSpPr>
        <p:spPr>
          <a:xfrm>
            <a:off x="502920" y="5047488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B3D91"/>
                </a:solidFill>
                <a:latin typeface="Calibri"/>
              </a:rPr>
              <a:t>Mentor support requested:</a:t>
            </a:r>
          </a:p>
        </p:txBody>
      </p:sp>
      <p:sp>
        <p:nvSpPr>
          <p:cNvPr id="566" name="TextBox 565"/>
          <p:cNvSpPr txBox="1"/>
          <p:nvPr/>
        </p:nvSpPr>
        <p:spPr>
          <a:xfrm>
            <a:off x="502920" y="5340096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B3D91"/>
                </a:solidFill>
                <a:latin typeface="Calibri"/>
              </a:rPr>
              <a:t>①  </a:t>
            </a:r>
            <a:r>
              <a:rPr sz="1150" b="0">
                <a:solidFill>
                  <a:srgbClr val="1A1A2E"/>
                </a:solidFill>
                <a:latin typeface="Calibri"/>
              </a:rPr>
              <a:t>NeMo ModelTransform LoRA injection ordering vs Mamba-2 fused kernels.</a:t>
            </a:r>
          </a:p>
        </p:txBody>
      </p:sp>
      <p:sp>
        <p:nvSpPr>
          <p:cNvPr id="567" name="TextBox 566"/>
          <p:cNvSpPr txBox="1"/>
          <p:nvPr/>
        </p:nvSpPr>
        <p:spPr>
          <a:xfrm>
            <a:off x="502920" y="5779008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B3D91"/>
                </a:solidFill>
                <a:latin typeface="Calibri"/>
              </a:rPr>
              <a:t>②  </a:t>
            </a:r>
            <a:r>
              <a:rPr sz="1150" b="0">
                <a:solidFill>
                  <a:srgbClr val="1A1A2E"/>
                </a:solidFill>
                <a:latin typeface="Calibri"/>
              </a:rPr>
              <a:t>NVIDIA FLARE Secure Aggregation workflow integration.</a:t>
            </a:r>
          </a:p>
        </p:txBody>
      </p:sp>
      <p:sp>
        <p:nvSpPr>
          <p:cNvPr id="568" name="TextBox 567"/>
          <p:cNvSpPr txBox="1"/>
          <p:nvPr/>
        </p:nvSpPr>
        <p:spPr>
          <a:xfrm>
            <a:off x="502920" y="6217920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B3D91"/>
                </a:solidFill>
                <a:latin typeface="Calibri"/>
              </a:rPr>
              <a:t>③  </a:t>
            </a:r>
            <a:r>
              <a:rPr sz="1150" b="0">
                <a:solidFill>
                  <a:srgbClr val="1A1A2E"/>
                </a:solidFill>
                <a:latin typeface="Calibri"/>
              </a:rPr>
              <a:t>GPU access (A100 / MI300X) for Nemotron-Mini-4B federated fine-tuning.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3e23138d502_0_1344"/>
          <p:cNvSpPr txBox="1"/>
          <p:nvPr>
            <p:ph type="ctrTitle"/>
          </p:nvPr>
        </p:nvSpPr>
        <p:spPr>
          <a:xfrm>
            <a:off x="504337" y="994526"/>
            <a:ext cx="64275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NVIDIA Sans"/>
              <a:buNone/>
            </a:pPr>
            <a:r>
              <a:rPr lang="en-US"/>
              <a:t>Need Help? Contact Us!!</a:t>
            </a:r>
            <a:endParaRPr/>
          </a:p>
        </p:txBody>
      </p:sp>
      <p:pic>
        <p:nvPicPr>
          <p:cNvPr id="565" name="Google Shape;565;g3e23138d502_0_13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9026" y="6105425"/>
            <a:ext cx="1980568" cy="567900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g3e23138d502_0_1344"/>
          <p:cNvSpPr txBox="1"/>
          <p:nvPr>
            <p:ph idx="1" type="subTitle"/>
          </p:nvPr>
        </p:nvSpPr>
        <p:spPr>
          <a:xfrm>
            <a:off x="504333" y="2881692"/>
            <a:ext cx="8066400" cy="5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</a:pPr>
            <a:r>
              <a:rPr lang="en-US">
                <a:solidFill>
                  <a:schemeClr val="dk1"/>
                </a:solidFill>
              </a:rPr>
              <a:t>Join the Slack Workspace </a:t>
            </a:r>
            <a:r>
              <a:rPr lang="en-US" u="sng">
                <a:solidFill>
                  <a:schemeClr val="hlink"/>
                </a:solidFill>
                <a:hlinkClick r:id="rId4"/>
              </a:rPr>
              <a:t>here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567" name="Google Shape;567;g3e23138d502_0_1344" title="slack_workspace_qr_cod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52051" y="3084024"/>
            <a:ext cx="3079775" cy="3079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22" name="Google Shape;522;g3e23138d502_0_128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79026" y="6105425"/>
            <a:ext cx="1980568" cy="567900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g3e23138d502_0_1283"/>
          <p:cNvSpPr txBox="1"/>
          <p:nvPr/>
        </p:nvSpPr>
        <p:spPr>
          <a:xfrm>
            <a:off x="1221698" y="2323475"/>
            <a:ext cx="976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g3e23138d502_0_1283"/>
          <p:cNvSpPr txBox="1"/>
          <p:nvPr/>
        </p:nvSpPr>
        <p:spPr>
          <a:xfrm>
            <a:off x="1006468" y="482849"/>
            <a:ext cx="7034400" cy="7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 sz="1600">
              <a:solidFill>
                <a:srgbClr val="000000"/>
              </a:solidFill>
            </a:endParaRPr>
          </a:p>
        </p:txBody>
      </p:sp>
      <p:sp>
        <p:nvSpPr>
          <p:cNvPr id="525" name="Google Shape;525;g3e23138d502_0_1283"/>
          <p:cNvSpPr txBox="1"/>
          <p:nvPr/>
        </p:nvSpPr>
        <p:spPr>
          <a:xfrm>
            <a:off x="1186650" y="1323325"/>
            <a:ext cx="9818700" cy="31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TextBox 525"/>
          <p:cNvSpPr txBox="1"/>
          <p:nvPr/>
        </p:nvSpPr>
        <p:spPr>
          <a:xfrm>
            <a:off x="502920" y="804672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0B3D91"/>
                </a:solidFill>
                <a:latin typeface="Calibri"/>
              </a:rPr>
              <a:t>AI Use Case — FedNeMo: How It Works</a:t>
            </a:r>
          </a:p>
        </p:txBody>
      </p:sp>
      <p:graphicFrame>
        <p:nvGraphicFramePr>
          <p:cNvPr id="527" name="Table 526"/>
          <p:cNvGraphicFramePr>
            <a:graphicFrameLocks noGrp="1"/>
          </p:cNvGraphicFramePr>
          <p:nvPr/>
        </p:nvGraphicFramePr>
        <p:xfrm>
          <a:off x="502920" y="1481328"/>
          <a:ext cx="11155680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468880"/>
                <a:gridCol w="3108960"/>
                <a:gridCol w="3474720"/>
              </a:tblGrid>
              <a:tr h="43434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Component</a:t>
                      </a:r>
                    </a:p>
                  </a:txBody>
                  <a:tcPr anchor="ctr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Research basis</a:t>
                      </a:r>
                    </a:p>
                  </a:txBody>
                  <a:tcPr anchor="ctr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What it solves</a:t>
                      </a:r>
                    </a:p>
                  </a:txBody>
                  <a:tcPr anchor="ctr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Key result (from paper)</a:t>
                      </a:r>
                    </a:p>
                  </a:txBody>
                  <a:tcPr anchor="ctr">
                    <a:solidFill>
                      <a:srgbClr val="0B3D91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1A2E"/>
                          </a:solidFill>
                          <a:latin typeface="Calibri"/>
                        </a:rPr>
                        <a:t>MTAE + OCSVM</a:t>
                      </a:r>
                    </a:p>
                    <a:p>
                      <a:r>
                        <a:rPr sz="950" b="0">
                          <a:solidFill>
                            <a:srgbClr val="1A1A2E"/>
                          </a:solidFill>
                          <a:latin typeface="Calibri"/>
                        </a:rPr>
                        <a:t>Data quality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1A2E"/>
                          </a:solidFill>
                          <a:latin typeface="Calibri"/>
                        </a:rPr>
                        <a:t>Ardıç &amp; Genç (IEEE Access 2025)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1A2E"/>
                          </a:solidFill>
                          <a:latin typeface="Calibri"/>
                        </a:rPr>
                        <a:t>Removes poisoned / noisy</a:t>
                      </a:r>
                    </a:p>
                    <a:p>
                      <a:r>
                        <a:rPr sz="950" b="0">
                          <a:solidFill>
                            <a:srgbClr val="1A1A2E"/>
                          </a:solidFill>
                          <a:latin typeface="Calibri"/>
                        </a:rPr>
                        <a:t>samples before training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1A2E"/>
                          </a:solidFill>
                          <a:latin typeface="Calibri"/>
                        </a:rPr>
                        <a:t>Up to 7.02% accuracy gain</a:t>
                      </a:r>
                    </a:p>
                    <a:p>
                      <a:r>
                        <a:rPr sz="950" b="0">
                          <a:solidFill>
                            <a:srgbClr val="1A1A2E"/>
                          </a:solidFill>
                          <a:latin typeface="Calibri"/>
                        </a:rPr>
                        <a:t>on non-IID data (CIFAR-10)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1A2E"/>
                          </a:solidFill>
                          <a:latin typeface="Calibri"/>
                        </a:rPr>
                        <a:t>FedPS</a:t>
                      </a:r>
                    </a:p>
                    <a:p>
                      <a:r>
                        <a:rPr sz="950" b="0">
                          <a:solidFill>
                            <a:srgbClr val="1A1A2E"/>
                          </a:solidFill>
                          <a:latin typeface="Calibri"/>
                        </a:rPr>
                        <a:t>Preprocessing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1A2E"/>
                          </a:solidFill>
                          <a:latin typeface="Calibri"/>
                        </a:rPr>
                        <a:t>Xu &amp; Cormode (Feb 2026)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1A2E"/>
                          </a:solidFill>
                          <a:latin typeface="Calibri"/>
                        </a:rPr>
                        <a:t>Harmonises lab values, ICD codes</a:t>
                      </a:r>
                    </a:p>
                    <a:p>
                      <a:r>
                        <a:rPr sz="950" b="0">
                          <a:solidFill>
                            <a:srgbClr val="1A1A2E"/>
                          </a:solidFill>
                          <a:latin typeface="Calibri"/>
                        </a:rPr>
                        <a:t>across hospitals without sharing data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1A2E"/>
                          </a:solidFill>
                          <a:latin typeface="Calibri"/>
                        </a:rPr>
                        <a:t>Consistent preprocessing across</a:t>
                      </a:r>
                    </a:p>
                    <a:p>
                      <a:r>
                        <a:rPr sz="950" b="0">
                          <a:solidFill>
                            <a:srgbClr val="1A1A2E"/>
                          </a:solidFill>
                          <a:latin typeface="Calibri"/>
                        </a:rPr>
                        <a:t>heterogeneous FL clients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1A2E"/>
                          </a:solidFill>
                          <a:latin typeface="Calibri"/>
                        </a:rPr>
                        <a:t>FedRand</a:t>
                      </a:r>
                    </a:p>
                    <a:p>
                      <a:r>
                        <a:rPr sz="950" b="0">
                          <a:solidFill>
                            <a:srgbClr val="1A1A2E"/>
                          </a:solidFill>
                          <a:latin typeface="Calibri"/>
                        </a:rPr>
                        <a:t>Privacy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1A2E"/>
                          </a:solidFill>
                          <a:latin typeface="Calibri"/>
                        </a:rPr>
                        <a:t>Park et al. KAIST (2025)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1A2E"/>
                          </a:solidFill>
                          <a:latin typeface="Calibri"/>
                        </a:rPr>
                        <a:t>Each round: only one LoRA matrix</a:t>
                      </a:r>
                    </a:p>
                    <a:p>
                      <a:r>
                        <a:rPr sz="950" b="0">
                          <a:solidFill>
                            <a:srgbClr val="1A1A2E"/>
                          </a:solidFill>
                          <a:latin typeface="Calibri"/>
                        </a:rPr>
                        <a:t>(A or B) transmitted — never both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1A2E"/>
                          </a:solidFill>
                          <a:latin typeface="Calibri"/>
                        </a:rPr>
                        <a:t>Significant MIA resistance;</a:t>
                      </a:r>
                    </a:p>
                    <a:p>
                      <a:r>
                        <a:rPr sz="950" b="0">
                          <a:solidFill>
                            <a:srgbClr val="1A1A2E"/>
                          </a:solidFill>
                          <a:latin typeface="Calibri"/>
                        </a:rPr>
                        <a:t>accuracy maintained vs full LoRA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1A2E"/>
                          </a:solidFill>
                          <a:latin typeface="Calibri"/>
                        </a:rPr>
                        <a:t>Adaptive Quant</a:t>
                      </a:r>
                    </a:p>
                    <a:p>
                      <a:r>
                        <a:rPr sz="950" b="0">
                          <a:solidFill>
                            <a:srgbClr val="1A1A2E"/>
                          </a:solidFill>
                          <a:latin typeface="Calibri"/>
                        </a:rPr>
                        <a:t>+ Laplacian DP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1A2E"/>
                          </a:solidFill>
                          <a:latin typeface="Calibri"/>
                        </a:rPr>
                        <a:t>Ardıç &amp; Genç (IEEE Access 2025)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1A2E"/>
                          </a:solidFill>
                          <a:latin typeface="Calibri"/>
                        </a:rPr>
                        <a:t>Formal (ε,0)-DP guarantee;</a:t>
                      </a:r>
                    </a:p>
                    <a:p>
                      <a:r>
                        <a:rPr sz="950" b="0">
                          <a:solidFill>
                            <a:srgbClr val="1A1A2E"/>
                          </a:solidFill>
                          <a:latin typeface="Calibri"/>
                        </a:rPr>
                        <a:t>entropy-driven compression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1A2E"/>
                          </a:solidFill>
                          <a:latin typeface="Calibri"/>
                        </a:rPr>
                        <a:t>45–52% communication reduction;</a:t>
                      </a:r>
                    </a:p>
                    <a:p>
                      <a:r>
                        <a:rPr sz="950" b="0">
                          <a:solidFill>
                            <a:srgbClr val="1A1A2E"/>
                          </a:solidFill>
                          <a:latin typeface="Calibri"/>
                        </a:rPr>
                        <a:t>robust privacy on medical data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1A2E"/>
                          </a:solidFill>
                          <a:latin typeface="Calibri"/>
                        </a:rPr>
                        <a:t>NVIDIA FLARE</a:t>
                      </a:r>
                    </a:p>
                    <a:p>
                      <a:r>
                        <a:rPr sz="950" b="0">
                          <a:solidFill>
                            <a:srgbClr val="1A1A2E"/>
                          </a:solidFill>
                          <a:latin typeface="Calibri"/>
                        </a:rPr>
                        <a:t>Orchestration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1A2E"/>
                          </a:solidFill>
                          <a:latin typeface="Calibri"/>
                        </a:rPr>
                        <a:t>NVIDIA (FLARE 2.5+)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1A2E"/>
                          </a:solidFill>
                          <a:latin typeface="Calibri"/>
                        </a:rPr>
                        <a:t>Federated round management;</a:t>
                      </a:r>
                    </a:p>
                    <a:p>
                      <a:r>
                        <a:rPr sz="950" b="0">
                          <a:solidFill>
                            <a:srgbClr val="1A1A2E"/>
                          </a:solidFill>
                          <a:latin typeface="Calibri"/>
                        </a:rPr>
                        <a:t>DXO filter pipeline for privacy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1A2E"/>
                          </a:solidFill>
                          <a:latin typeface="Calibri"/>
                        </a:rPr>
                        <a:t>Production-grade FL transport;</a:t>
                      </a:r>
                    </a:p>
                    <a:p>
                      <a:r>
                        <a:rPr sz="950" b="0">
                          <a:solidFill>
                            <a:srgbClr val="1A1A2E"/>
                          </a:solidFill>
                          <a:latin typeface="Calibri"/>
                        </a:rPr>
                        <a:t>no refactoring of training loop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28" name="TextBox 527"/>
          <p:cNvSpPr txBox="1"/>
          <p:nvPr/>
        </p:nvSpPr>
        <p:spPr>
          <a:xfrm>
            <a:off x="502920" y="425196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B3D91"/>
                </a:solidFill>
                <a:latin typeface="Calibri"/>
              </a:rPr>
              <a:t>System flow: raw data never leaves the hospital — only processed LoRA deltas travel.</a:t>
            </a:r>
          </a:p>
        </p:txBody>
      </p:sp>
      <p:sp>
        <p:nvSpPr>
          <p:cNvPr id="529" name="Rounded Rectangle 528"/>
          <p:cNvSpPr/>
          <p:nvPr/>
        </p:nvSpPr>
        <p:spPr>
          <a:xfrm>
            <a:off x="502920" y="4617720"/>
            <a:ext cx="201168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1">
                <a:solidFill>
                  <a:srgbClr val="1A1A2E"/>
                </a:solidFill>
                <a:latin typeface="Calibri"/>
              </a:rPr>
              <a:t>Local data</a:t>
            </a:r>
          </a:p>
          <a:p>
            <a:pPr algn="ctr"/>
            <a:r>
              <a:rPr sz="950" b="0">
                <a:solidFill>
                  <a:srgbClr val="1A1A2E"/>
                </a:solidFill>
                <a:latin typeface="Calibri"/>
              </a:rPr>
              <a:t>+ MTAE filter</a:t>
            </a:r>
          </a:p>
        </p:txBody>
      </p:sp>
      <p:cxnSp>
        <p:nvCxnSpPr>
          <p:cNvPr id="530" name="Connector 529"/>
          <p:cNvCxnSpPr/>
          <p:nvPr/>
        </p:nvCxnSpPr>
        <p:spPr>
          <a:xfrm>
            <a:off x="2514600" y="5047488"/>
            <a:ext cx="256032" cy="0"/>
          </a:xfrm>
          <a:prstGeom prst="line">
            <a:avLst/>
          </a:prstGeom>
          <a:ln w="16510">
            <a:solidFill>
              <a:srgbClr val="555F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1" name="Rounded Rectangle 530"/>
          <p:cNvSpPr/>
          <p:nvPr/>
        </p:nvSpPr>
        <p:spPr>
          <a:xfrm>
            <a:off x="2770632" y="4617720"/>
            <a:ext cx="201168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1">
                <a:solidFill>
                  <a:srgbClr val="1A1A2E"/>
                </a:solidFill>
                <a:latin typeface="Calibri"/>
              </a:rPr>
              <a:t>FedPS</a:t>
            </a:r>
          </a:p>
          <a:p>
            <a:pPr algn="ctr"/>
            <a:r>
              <a:rPr sz="950" b="0">
                <a:solidFill>
                  <a:srgbClr val="1A1A2E"/>
                </a:solidFill>
                <a:latin typeface="Calibri"/>
              </a:rPr>
              <a:t>harmonise</a:t>
            </a:r>
          </a:p>
        </p:txBody>
      </p:sp>
      <p:cxnSp>
        <p:nvCxnSpPr>
          <p:cNvPr id="532" name="Connector 531"/>
          <p:cNvCxnSpPr/>
          <p:nvPr/>
        </p:nvCxnSpPr>
        <p:spPr>
          <a:xfrm>
            <a:off x="4782312" y="5047488"/>
            <a:ext cx="256032" cy="0"/>
          </a:xfrm>
          <a:prstGeom prst="line">
            <a:avLst/>
          </a:prstGeom>
          <a:ln w="16510">
            <a:solidFill>
              <a:srgbClr val="555F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3" name="Rounded Rectangle 532"/>
          <p:cNvSpPr/>
          <p:nvPr/>
        </p:nvSpPr>
        <p:spPr>
          <a:xfrm>
            <a:off x="5038344" y="4617720"/>
            <a:ext cx="2011680" cy="868680"/>
          </a:xfrm>
          <a:prstGeom prst="roundRect">
            <a:avLst/>
          </a:prstGeom>
          <a:solidFill>
            <a:srgbClr val="F0F4FF"/>
          </a:solidFill>
          <a:ln w="19050">
            <a:solidFill>
              <a:srgbClr val="0B3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1">
                <a:solidFill>
                  <a:srgbClr val="1A1A2E"/>
                </a:solidFill>
                <a:latin typeface="Calibri"/>
              </a:rPr>
              <a:t>Nemotron</a:t>
            </a:r>
          </a:p>
          <a:p>
            <a:pPr algn="ctr"/>
            <a:r>
              <a:rPr sz="950" b="0">
                <a:solidFill>
                  <a:srgbClr val="1A1A2E"/>
                </a:solidFill>
                <a:latin typeface="Calibri"/>
              </a:rPr>
              <a:t>LoRA fine-tune</a:t>
            </a:r>
          </a:p>
        </p:txBody>
      </p:sp>
      <p:cxnSp>
        <p:nvCxnSpPr>
          <p:cNvPr id="534" name="Connector 533"/>
          <p:cNvCxnSpPr/>
          <p:nvPr/>
        </p:nvCxnSpPr>
        <p:spPr>
          <a:xfrm>
            <a:off x="7050024" y="5047488"/>
            <a:ext cx="256032" cy="0"/>
          </a:xfrm>
          <a:prstGeom prst="line">
            <a:avLst/>
          </a:prstGeom>
          <a:ln w="16510">
            <a:solidFill>
              <a:srgbClr val="555F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5" name="Rounded Rectangle 534"/>
          <p:cNvSpPr/>
          <p:nvPr/>
        </p:nvSpPr>
        <p:spPr>
          <a:xfrm>
            <a:off x="7306056" y="4617720"/>
            <a:ext cx="201168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1">
                <a:solidFill>
                  <a:srgbClr val="1A1A2E"/>
                </a:solidFill>
                <a:latin typeface="Calibri"/>
              </a:rPr>
              <a:t>FedRand</a:t>
            </a:r>
          </a:p>
          <a:p>
            <a:pPr algn="ctr"/>
            <a:r>
              <a:rPr sz="950" b="0">
                <a:solidFill>
                  <a:srgbClr val="1A1A2E"/>
                </a:solidFill>
                <a:latin typeface="Calibri"/>
              </a:rPr>
              <a:t>→ DP → Quant</a:t>
            </a:r>
          </a:p>
        </p:txBody>
      </p:sp>
      <p:cxnSp>
        <p:nvCxnSpPr>
          <p:cNvPr id="536" name="Connector 535"/>
          <p:cNvCxnSpPr/>
          <p:nvPr/>
        </p:nvCxnSpPr>
        <p:spPr>
          <a:xfrm>
            <a:off x="9317736" y="5047488"/>
            <a:ext cx="256032" cy="0"/>
          </a:xfrm>
          <a:prstGeom prst="line">
            <a:avLst/>
          </a:prstGeom>
          <a:ln w="16510">
            <a:solidFill>
              <a:srgbClr val="555F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7" name="Rounded Rectangle 536"/>
          <p:cNvSpPr/>
          <p:nvPr/>
        </p:nvSpPr>
        <p:spPr>
          <a:xfrm>
            <a:off x="9573768" y="4617720"/>
            <a:ext cx="2011680" cy="868680"/>
          </a:xfrm>
          <a:prstGeom prst="roundRect">
            <a:avLst/>
          </a:prstGeom>
          <a:solidFill>
            <a:srgbClr val="F0F4FF"/>
          </a:solidFill>
          <a:ln w="19050">
            <a:solidFill>
              <a:srgbClr val="0B3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1">
                <a:solidFill>
                  <a:srgbClr val="1A1A2E"/>
                </a:solidFill>
                <a:latin typeface="Calibri"/>
              </a:rPr>
              <a:t>FLARE</a:t>
            </a:r>
          </a:p>
          <a:p>
            <a:pPr algn="ctr"/>
            <a:r>
              <a:rPr sz="950" b="0">
                <a:solidFill>
                  <a:srgbClr val="1A1A2E"/>
                </a:solidFill>
                <a:latin typeface="Calibri"/>
              </a:rPr>
              <a:t>orchestrator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22" name="Google Shape;522;g3e23138d502_0_128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79026" y="6105425"/>
            <a:ext cx="1980568" cy="567900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g3e23138d502_0_1283"/>
          <p:cNvSpPr txBox="1"/>
          <p:nvPr/>
        </p:nvSpPr>
        <p:spPr>
          <a:xfrm>
            <a:off x="1221698" y="2323475"/>
            <a:ext cx="976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g3e23138d502_0_1283"/>
          <p:cNvSpPr txBox="1"/>
          <p:nvPr/>
        </p:nvSpPr>
        <p:spPr>
          <a:xfrm>
            <a:off x="1006468" y="482849"/>
            <a:ext cx="7034400" cy="7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 sz="1600">
              <a:solidFill>
                <a:srgbClr val="000000"/>
              </a:solidFill>
            </a:endParaRPr>
          </a:p>
        </p:txBody>
      </p:sp>
      <p:sp>
        <p:nvSpPr>
          <p:cNvPr id="525" name="Google Shape;525;g3e23138d502_0_1283"/>
          <p:cNvSpPr txBox="1"/>
          <p:nvPr/>
        </p:nvSpPr>
        <p:spPr>
          <a:xfrm>
            <a:off x="1186650" y="1323325"/>
            <a:ext cx="9818700" cy="31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TextBox 525"/>
          <p:cNvSpPr txBox="1"/>
          <p:nvPr/>
        </p:nvSpPr>
        <p:spPr>
          <a:xfrm>
            <a:off x="502920" y="804672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0B3D91"/>
                </a:solidFill>
                <a:latin typeface="Calibri"/>
              </a:rPr>
              <a:t>AI Use Case — Dataset Strategy &amp; Evaluation Plan</a:t>
            </a:r>
          </a:p>
        </p:txBody>
      </p:sp>
      <p:graphicFrame>
        <p:nvGraphicFramePr>
          <p:cNvPr id="527" name="Table 526"/>
          <p:cNvGraphicFramePr>
            <a:graphicFrameLocks noGrp="1"/>
          </p:cNvGraphicFramePr>
          <p:nvPr/>
        </p:nvGraphicFramePr>
        <p:xfrm>
          <a:off x="502920" y="1481328"/>
          <a:ext cx="1115568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560320"/>
                <a:gridCol w="3474720"/>
                <a:gridCol w="2834640"/>
              </a:tblGrid>
              <a:tr h="37719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Dataset</a:t>
                      </a:r>
                    </a:p>
                  </a:txBody>
                  <a:tcPr anchor="ctr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Use</a:t>
                      </a:r>
                    </a:p>
                  </a:txBody>
                  <a:tcPr anchor="ctr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Why this dataset</a:t>
                      </a:r>
                    </a:p>
                  </a:txBody>
                  <a:tcPr anchor="ctr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License</a:t>
                      </a:r>
                    </a:p>
                  </a:txBody>
                  <a:tcPr anchor="ctr">
                    <a:solidFill>
                      <a:srgbClr val="0B3D91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2E"/>
                          </a:solidFill>
                          <a:latin typeface="Calibri"/>
                        </a:rPr>
                        <a:t>MedQA-USMLE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2E"/>
                          </a:solidFill>
                          <a:latin typeface="Calibri"/>
                        </a:rPr>
                        <a:t>Primary training &amp; evaluation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2E"/>
                          </a:solidFill>
                          <a:latin typeface="Calibri"/>
                        </a:rPr>
                        <a:t>Medical QA; clean benchmark; simulates clinical reasoning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2E"/>
                          </a:solidFill>
                          <a:latin typeface="Calibri"/>
                        </a:rPr>
                        <a:t>Research use (permissive)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2E"/>
                          </a:solidFill>
                          <a:latin typeface="Calibri"/>
                        </a:rPr>
                        <a:t>Synthetic clinical records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2E"/>
                          </a:solidFill>
                          <a:latin typeface="Calibri"/>
                        </a:rPr>
                        <a:t>Privacy-safe training data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2E"/>
                          </a:solidFill>
                          <a:latin typeface="Calibri"/>
                        </a:rPr>
                        <a:t>Self-generated; no PHI risk; fully controllable non-IID distribution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2E"/>
                          </a:solidFill>
                          <a:latin typeface="Calibri"/>
                        </a:rPr>
                        <a:t>No licence required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2E"/>
                          </a:solidFill>
                          <a:latin typeface="Calibri"/>
                        </a:rPr>
                        <a:t>MIMIC-III / PubMedQA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2E"/>
                          </a:solidFill>
                          <a:latin typeface="Calibri"/>
                        </a:rPr>
                        <a:t>Extended evaluation (planned)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2E"/>
                          </a:solidFill>
                          <a:latin typeface="Calibri"/>
                        </a:rPr>
                        <a:t>Real EHR notes; rigorous clinical NLP benchmark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2E"/>
                          </a:solidFill>
                          <a:latin typeface="Calibri"/>
                        </a:rPr>
                        <a:t>PhysioNet DUA / Apache 2.0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28" name="TextBox 527"/>
          <p:cNvSpPr txBox="1"/>
          <p:nvPr/>
        </p:nvSpPr>
        <p:spPr>
          <a:xfrm>
            <a:off x="502920" y="315468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B3D91"/>
                </a:solidFill>
                <a:latin typeface="Calibri"/>
              </a:rPr>
              <a:t>Evaluation plan — what we will measure:</a:t>
            </a:r>
          </a:p>
        </p:txBody>
      </p:sp>
      <p:sp>
        <p:nvSpPr>
          <p:cNvPr id="529" name="TextBox 528"/>
          <p:cNvSpPr txBox="1"/>
          <p:nvPr/>
        </p:nvSpPr>
        <p:spPr>
          <a:xfrm>
            <a:off x="502920" y="3493008"/>
            <a:ext cx="111556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A1A2E"/>
                </a:solidFill>
                <a:latin typeface="Calibri"/>
              </a:rPr>
              <a:t>•  </a:t>
            </a:r>
            <a:r>
              <a:rPr sz="1150" b="0">
                <a:solidFill>
                  <a:srgbClr val="1A1A2E"/>
                </a:solidFill>
                <a:latin typeface="Calibri"/>
              </a:rPr>
              <a:t>Non-IID setup: 5 simulated hospitals spanning ~100× data-volume range (metro tertiary → rural PHC) with differing ICD code distributions, driving entropy-weighted aggregation and per-client quantisation precision.</a:t>
            </a:r>
          </a:p>
        </p:txBody>
      </p:sp>
      <p:sp>
        <p:nvSpPr>
          <p:cNvPr id="530" name="TextBox 529"/>
          <p:cNvSpPr txBox="1"/>
          <p:nvPr/>
        </p:nvSpPr>
        <p:spPr>
          <a:xfrm>
            <a:off x="502920" y="4169663"/>
            <a:ext cx="111556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A1A2E"/>
                </a:solidFill>
                <a:latin typeface="Calibri"/>
              </a:rPr>
              <a:t>•  </a:t>
            </a:r>
            <a:r>
              <a:rPr sz="1150" b="0">
                <a:solidFill>
                  <a:srgbClr val="1A1A2E"/>
                </a:solidFill>
                <a:latin typeface="Calibri"/>
              </a:rPr>
              <a:t>Privacy metrics: run optimization-based Gradient Inversion Attack (DLG / InvertingGrad) and Membership Inference (LiRA) against (a) standard FedAvg and (b) FedNeMo. Report attack success rate before and after our defences.</a:t>
            </a:r>
          </a:p>
        </p:txBody>
      </p:sp>
      <p:sp>
        <p:nvSpPr>
          <p:cNvPr id="531" name="TextBox 530"/>
          <p:cNvSpPr txBox="1"/>
          <p:nvPr/>
        </p:nvSpPr>
        <p:spPr>
          <a:xfrm>
            <a:off x="502920" y="4846320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A1A2E"/>
                </a:solidFill>
                <a:latin typeface="Calibri"/>
              </a:rPr>
              <a:t>•  </a:t>
            </a:r>
            <a:r>
              <a:rPr sz="1150" b="0">
                <a:solidFill>
                  <a:srgbClr val="1A1A2E"/>
                </a:solidFill>
                <a:latin typeface="Calibri"/>
              </a:rPr>
              <a:t>Utility metrics: MedQA accuracy across federated rounds; convergence vs centralised baseline; catastrophic-forgetting check on PIQA / ARC-Challenge.</a:t>
            </a:r>
          </a:p>
        </p:txBody>
      </p:sp>
      <p:sp>
        <p:nvSpPr>
          <p:cNvPr id="532" name="TextBox 531"/>
          <p:cNvSpPr txBox="1"/>
          <p:nvPr/>
        </p:nvSpPr>
        <p:spPr>
          <a:xfrm>
            <a:off x="502920" y="5303520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A1A2E"/>
                </a:solidFill>
                <a:latin typeface="Calibri"/>
              </a:rPr>
              <a:t>•  </a:t>
            </a:r>
            <a:r>
              <a:rPr sz="1150" b="0">
                <a:solidFill>
                  <a:srgbClr val="1A1A2E"/>
                </a:solidFill>
                <a:latin typeface="Calibri"/>
              </a:rPr>
              <a:t>Efficiency: total bytes transmitted vs 32-bit FedAvg baseline across 50+ rounds.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40" name="Google Shape;540;g3e23138d502_0_129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79026" y="6105425"/>
            <a:ext cx="1980568" cy="567900"/>
          </a:xfrm>
          <a:prstGeom prst="rect">
            <a:avLst/>
          </a:prstGeom>
          <a:noFill/>
          <a:ln>
            <a:noFill/>
          </a:ln>
        </p:spPr>
      </p:pic>
      <p:sp>
        <p:nvSpPr>
          <p:cNvPr id="541" name="Google Shape;541;g3e23138d502_0_1296"/>
          <p:cNvSpPr txBox="1"/>
          <p:nvPr/>
        </p:nvSpPr>
        <p:spPr>
          <a:xfrm>
            <a:off x="1221698" y="2323475"/>
            <a:ext cx="976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rbel"/>
              <a:buNone/>
            </a:pP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g3e23138d502_0_1296"/>
          <p:cNvSpPr txBox="1"/>
          <p:nvPr/>
        </p:nvSpPr>
        <p:spPr>
          <a:xfrm>
            <a:off x="1221698" y="1431561"/>
            <a:ext cx="9818700" cy="31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rbel"/>
              <a:buNone/>
            </a:pP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TextBox 542"/>
          <p:cNvSpPr txBox="1"/>
          <p:nvPr/>
        </p:nvSpPr>
        <p:spPr>
          <a:xfrm>
            <a:off x="502920" y="804672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0B3D91"/>
                </a:solidFill>
                <a:latin typeface="Calibri"/>
              </a:rPr>
              <a:t>Tech Stack — Bottlenecks &amp; How We Address Them</a:t>
            </a:r>
          </a:p>
        </p:txBody>
      </p:sp>
      <p:graphicFrame>
        <p:nvGraphicFramePr>
          <p:cNvPr id="544" name="Table 543"/>
          <p:cNvGraphicFramePr>
            <a:graphicFrameLocks noGrp="1"/>
          </p:cNvGraphicFramePr>
          <p:nvPr/>
        </p:nvGraphicFramePr>
        <p:xfrm>
          <a:off x="502920" y="1481328"/>
          <a:ext cx="11155680" cy="4224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3200400"/>
                <a:gridCol w="4663440"/>
              </a:tblGrid>
              <a:tr h="70408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Potential bottleneck</a:t>
                      </a:r>
                    </a:p>
                  </a:txBody>
                  <a:tcPr anchor="ctr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Why it’s a real risk</a:t>
                      </a:r>
                    </a:p>
                  </a:txBody>
                  <a:tcPr anchor="ctr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Our approach</a:t>
                      </a:r>
                    </a:p>
                  </a:txBody>
                  <a:tcPr anchor="ctr">
                    <a:solidFill>
                      <a:srgbClr val="0B3D91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1A2E"/>
                          </a:solidFill>
                          <a:latin typeface="Calibri"/>
                        </a:rPr>
                        <a:t>DP noise destroys model quality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1A2E"/>
                          </a:solidFill>
                          <a:latin typeface="Calibri"/>
                        </a:rPr>
                        <a:t>Naive Laplacian noise at strong ε collapses accuracy</a:t>
                      </a:r>
                    </a:p>
                    <a:p>
                      <a:r>
                        <a:rPr sz="950" b="0">
                          <a:solidFill>
                            <a:srgbClr val="1A1A2E"/>
                          </a:solidFill>
                          <a:latin typeface="Calibri"/>
                        </a:rPr>
                        <a:t>for clinical NLP tasks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1A2E"/>
                          </a:solidFill>
                          <a:latin typeface="Calibri"/>
                        </a:rPr>
                        <a:t>FedRand transmits only one LoRA matrix per round — eliminates</a:t>
                      </a:r>
                    </a:p>
                    <a:p>
                      <a:r>
                        <a:rPr sz="950" b="0">
                          <a:solidFill>
                            <a:srgbClr val="1A1A2E"/>
                          </a:solidFill>
                          <a:latin typeface="Calibri"/>
                        </a:rPr>
                        <a:t>cross-matrix noise amplification (O(1/ε4) → O(1/ε2)); entropy-weighted</a:t>
                      </a:r>
                    </a:p>
                    <a:p>
                      <a:r>
                        <a:rPr sz="950" b="0">
                          <a:solidFill>
                            <a:srgbClr val="1A1A2E"/>
                          </a:solidFill>
                          <a:latin typeface="Calibri"/>
                        </a:rPr>
                        <a:t>per-client ε keeps noise proportional to information value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1A2E"/>
                          </a:solidFill>
                          <a:latin typeface="Calibri"/>
                        </a:rPr>
                        <a:t>Privacy budget grows unbounded</a:t>
                      </a:r>
                    </a:p>
                    <a:p>
                      <a:r>
                        <a:rPr sz="950" b="0">
                          <a:solidFill>
                            <a:srgbClr val="1A1A2E"/>
                          </a:solidFill>
                          <a:latin typeface="Calibri"/>
                        </a:rPr>
                        <a:t>across 100+ rounds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1A2E"/>
                          </a:solidFill>
                          <a:latin typeface="Calibri"/>
                        </a:rPr>
                        <a:t>Naïve composition: 100 rounds × ε=1.0 gives ε_total=100</a:t>
                      </a:r>
                    </a:p>
                    <a:p>
                      <a:r>
                        <a:rPr sz="950" b="0">
                          <a:solidFill>
                            <a:srgbClr val="1A1A2E"/>
                          </a:solidFill>
                          <a:latin typeface="Calibri"/>
                        </a:rPr>
                        <a:t>— no meaningful privacy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1A2E"/>
                          </a:solidFill>
                          <a:latin typeface="Calibri"/>
                        </a:rPr>
                        <a:t>Rényi DP (RDP) accounting with enforced budget ceiling;</a:t>
                      </a:r>
                    </a:p>
                    <a:p>
                      <a:r>
                        <a:rPr sz="950" b="0">
                          <a:solidFill>
                            <a:srgbClr val="1A1A2E"/>
                          </a:solidFill>
                          <a:latin typeface="Calibri"/>
                        </a:rPr>
                        <a:t>admin-configurable ε_max with hard training termination;</a:t>
                      </a:r>
                    </a:p>
                    <a:p>
                      <a:r>
                        <a:rPr sz="950" b="0">
                          <a:solidFill>
                            <a:srgbClr val="1A1A2E"/>
                          </a:solidFill>
                          <a:latin typeface="Calibri"/>
                        </a:rPr>
                        <a:t>live ε_total display on telemetry dashboard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1A2E"/>
                          </a:solidFill>
                          <a:latin typeface="Calibri"/>
                        </a:rPr>
                        <a:t>Mamba-2 fused CUDA kernels may</a:t>
                      </a:r>
                    </a:p>
                    <a:p>
                      <a:r>
                        <a:rPr sz="950" b="0">
                          <a:solidFill>
                            <a:srgbClr val="1A1A2E"/>
                          </a:solidFill>
                          <a:latin typeface="Calibri"/>
                        </a:rPr>
                        <a:t>silently bypass LoRA adapters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1A2E"/>
                          </a:solidFill>
                          <a:latin typeface="Calibri"/>
                        </a:rPr>
                        <a:t>NVIDIA’s selective_scan_cuda and causal_conv1d_cuda</a:t>
                      </a:r>
                    </a:p>
                    <a:p>
                      <a:r>
                        <a:rPr sz="950" b="0">
                          <a:solidFill>
                            <a:srgbClr val="1A1A2E"/>
                          </a:solidFill>
                          <a:latin typeface="Calibri"/>
                        </a:rPr>
                        <a:t>call underlying weights directly, skipping Python-level hooks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1A2E"/>
                          </a:solidFill>
                          <a:latin typeface="Calibri"/>
                        </a:rPr>
                        <a:t>Primary: NeMo 2.0 ModelTransform injects before kernel compilation;</a:t>
                      </a:r>
                    </a:p>
                    <a:p>
                      <a:r>
                        <a:rPr sz="950" b="0">
                          <a:solidFill>
                            <a:srgbClr val="1A1A2E"/>
                          </a:solidFill>
                          <a:latin typeface="Calibri"/>
                        </a:rPr>
                        <a:t>Fallback: pre/post-hook weight materialisation;</a:t>
                      </a:r>
                    </a:p>
                    <a:p>
                      <a:r>
                        <a:rPr sz="950" b="0">
                          <a:solidFill>
                            <a:srgbClr val="1A1A2E"/>
                          </a:solidFill>
                          <a:latin typeface="Calibri"/>
                        </a:rPr>
                        <a:t>Validation gate: asserts non-zero LoRA gradient norm before every run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1A2E"/>
                          </a:solidFill>
                          <a:latin typeface="Calibri"/>
                        </a:rPr>
                        <a:t>Non-IID data drift across hospitals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1A2E"/>
                          </a:solidFill>
                          <a:latin typeface="Calibri"/>
                        </a:rPr>
                        <a:t>Tertiary hospital (50K notes, 20 ICD codes) vs rural PHC</a:t>
                      </a:r>
                    </a:p>
                    <a:p>
                      <a:r>
                        <a:rPr sz="950" b="0">
                          <a:solidFill>
                            <a:srgbClr val="1A1A2E"/>
                          </a:solidFill>
                          <a:latin typeface="Calibri"/>
                        </a:rPr>
                        <a:t>(3K notes, 5 ICD codes) — naïve FedAvg diverges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1A2E"/>
                          </a:solidFill>
                          <a:latin typeface="Calibri"/>
                        </a:rPr>
                        <a:t>Shannon-entropy client importance weighting in aggregation;</a:t>
                      </a:r>
                    </a:p>
                    <a:p>
                      <a:r>
                        <a:rPr sz="950" b="0">
                          <a:solidFill>
                            <a:srgbClr val="1A1A2E"/>
                          </a:solidFill>
                          <a:latin typeface="Calibri"/>
                        </a:rPr>
                        <a:t>FedPS harmonises structured metadata (labs, ICD, vitals)</a:t>
                      </a:r>
                    </a:p>
                    <a:p>
                      <a:r>
                        <a:rPr sz="950" b="0">
                          <a:solidFill>
                            <a:srgbClr val="1A1A2E"/>
                          </a:solidFill>
                          <a:latin typeface="Calibri"/>
                        </a:rPr>
                        <a:t>across inconsistent hospital EHR systems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1A2E"/>
                          </a:solidFill>
                          <a:latin typeface="Calibri"/>
                        </a:rPr>
                        <a:t>FedPS scope: free-text clinical notes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1A2E"/>
                          </a:solidFill>
                          <a:latin typeface="Calibri"/>
                        </a:rPr>
                        <a:t>FedPS was designed for tabular / structured data;</a:t>
                      </a:r>
                    </a:p>
                    <a:p>
                      <a:r>
                        <a:rPr sz="950" b="0">
                          <a:solidFill>
                            <a:srgbClr val="1A1A2E"/>
                          </a:solidFill>
                          <a:latin typeface="Calibri"/>
                        </a:rPr>
                        <a:t>discharge summaries are unstructured free text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1A2E"/>
                          </a:solidFill>
                          <a:latin typeface="Calibri"/>
                        </a:rPr>
                        <a:t>FedPS handles structured EHR metadata;</a:t>
                      </a:r>
                    </a:p>
                    <a:p>
                      <a:r>
                        <a:rPr sz="950" b="0">
                          <a:solidFill>
                            <a:srgbClr val="1A1A2E"/>
                          </a:solidFill>
                          <a:latin typeface="Calibri"/>
                        </a:rPr>
                        <a:t>shared Nemotron tokenizer + canonical prompt template</a:t>
                      </a:r>
                    </a:p>
                    <a:p>
                      <a:r>
                        <a:rPr sz="950" b="0">
                          <a:solidFill>
                            <a:srgbClr val="1A1A2E"/>
                          </a:solidFill>
                          <a:latin typeface="Calibri"/>
                        </a:rPr>
                        <a:t>enforces consistency for free-text narratives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itle Only">
  <a:themeElements>
    <a:clrScheme name="Custom 15">
      <a:dk1>
        <a:srgbClr val="FFFFFF"/>
      </a:dk1>
      <a:lt1>
        <a:srgbClr val="000000"/>
      </a:lt1>
      <a:dk2>
        <a:srgbClr val="76B900"/>
      </a:dk2>
      <a:lt2>
        <a:srgbClr val="CDCDCD"/>
      </a:lt2>
      <a:accent1>
        <a:srgbClr val="008564"/>
      </a:accent1>
      <a:accent2>
        <a:srgbClr val="5D1682"/>
      </a:accent2>
      <a:accent3>
        <a:srgbClr val="890C58"/>
      </a:accent3>
      <a:accent4>
        <a:srgbClr val="5E5E5E"/>
      </a:accent4>
      <a:accent5>
        <a:srgbClr val="8C8C8C"/>
      </a:accent5>
      <a:accent6>
        <a:srgbClr val="0071C5"/>
      </a:accent6>
      <a:hlink>
        <a:srgbClr val="76B900"/>
      </a:hlink>
      <a:folHlink>
        <a:srgbClr val="76B9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2019-09-28T12:46:47Z</dcterms:created>
  <dc:creator>Nidhiya V Raj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b558183-044c-4105-8d9c-cea02a2a3d86_Enabled">
    <vt:lpwstr>True</vt:lpwstr>
  </property>
  <property fmtid="{D5CDD505-2E9C-101B-9397-08002B2CF9AE}" pid="3" name="MSIP_Label_6b558183-044c-4105-8d9c-cea02a2a3d86_SiteId">
    <vt:lpwstr>43083d15-7273-40c1-b7db-39efd9ccc17a</vt:lpwstr>
  </property>
  <property fmtid="{D5CDD505-2E9C-101B-9397-08002B2CF9AE}" pid="4" name="MSIP_Label_6b558183-044c-4105-8d9c-cea02a2a3d86_Owner">
    <vt:lpwstr>nidhiyar@nvidia.com</vt:lpwstr>
  </property>
  <property fmtid="{D5CDD505-2E9C-101B-9397-08002B2CF9AE}" pid="5" name="MSIP_Label_6b558183-044c-4105-8d9c-cea02a2a3d86_SetDate">
    <vt:lpwstr>2019-09-28T14:20:52.5765701Z</vt:lpwstr>
  </property>
  <property fmtid="{D5CDD505-2E9C-101B-9397-08002B2CF9AE}" pid="6" name="MSIP_Label_6b558183-044c-4105-8d9c-cea02a2a3d86_Name">
    <vt:lpwstr>Unrestricted</vt:lpwstr>
  </property>
  <property fmtid="{D5CDD505-2E9C-101B-9397-08002B2CF9AE}" pid="7" name="MSIP_Label_6b558183-044c-4105-8d9c-cea02a2a3d86_Application">
    <vt:lpwstr>Microsoft Azure Information Protection</vt:lpwstr>
  </property>
  <property fmtid="{D5CDD505-2E9C-101B-9397-08002B2CF9AE}" pid="8" name="MSIP_Label_6b558183-044c-4105-8d9c-cea02a2a3d86_ActionId">
    <vt:lpwstr>a107ad97-cbad-4e34-83f0-e134e89e228c</vt:lpwstr>
  </property>
  <property fmtid="{D5CDD505-2E9C-101B-9397-08002B2CF9AE}" pid="9" name="MSIP_Label_6b558183-044c-4105-8d9c-cea02a2a3d86_Extended_MSFT_Method">
    <vt:lpwstr>Automatic</vt:lpwstr>
  </property>
  <property fmtid="{D5CDD505-2E9C-101B-9397-08002B2CF9AE}" pid="10" name="Sensitivity">
    <vt:lpwstr>Unrestricted</vt:lpwstr>
  </property>
  <property fmtid="{D5CDD505-2E9C-101B-9397-08002B2CF9AE}" pid="11" name="ContentTypeId">
    <vt:lpwstr>0x0101006F0A470EEB1140E7AA14F4CE8A50B54C0001CB1477F4DD432AA86DD56CC3887AF400571D2A426BF4BD44854A199F0CB95243</vt:lpwstr>
  </property>
  <property fmtid="{D5CDD505-2E9C-101B-9397-08002B2CF9AE}" pid="12" name="SAEFSecurityClassification">
    <vt:lpwstr>1;#Confidential|e4bc29b2-6e76-48cc-b090-8b544c0802ae</vt:lpwstr>
  </property>
</Properties>
</file>